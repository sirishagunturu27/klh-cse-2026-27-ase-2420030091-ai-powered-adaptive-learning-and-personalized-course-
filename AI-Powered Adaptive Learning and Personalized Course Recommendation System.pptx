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47A652-9130-41BF-8EE2-B0D81A4BCF0D}" v="1" dt="2026-08-20T05:03:09.036"/>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74" d="100"/>
          <a:sy n="74" d="100"/>
        </p:scale>
        <p:origin x="34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ini Chowdari" userId="1be4e59ba631e3c2" providerId="LiveId" clId="{6348732F-6DF4-4593-B698-C623670C69D9}"/>
    <pc:docChg chg="custSel addSld modSld">
      <pc:chgData name="Yamini Chowdari" userId="1be4e59ba631e3c2" providerId="LiveId" clId="{6348732F-6DF4-4593-B698-C623670C69D9}" dt="2026-08-20T05:04:48.122" v="49" actId="20577"/>
      <pc:docMkLst>
        <pc:docMk/>
      </pc:docMkLst>
      <pc:sldChg chg="addSp delSp modSp mod setClrOvrMap">
        <pc:chgData name="Yamini Chowdari" userId="1be4e59ba631e3c2" providerId="LiveId" clId="{6348732F-6DF4-4593-B698-C623670C69D9}" dt="2026-08-20T04:57:34.348" v="33" actId="26606"/>
        <pc:sldMkLst>
          <pc:docMk/>
          <pc:sldMk cId="2096356748" sldId="256"/>
        </pc:sldMkLst>
        <pc:spChg chg="mod">
          <ac:chgData name="Yamini Chowdari" userId="1be4e59ba631e3c2" providerId="LiveId" clId="{6348732F-6DF4-4593-B698-C623670C69D9}" dt="2026-08-20T04:57:34.348" v="33" actId="26606"/>
          <ac:spMkLst>
            <pc:docMk/>
            <pc:sldMk cId="2096356748" sldId="256"/>
            <ac:spMk id="2" creationId="{00AB40D4-726B-70FD-D33F-3249E53C9FA1}"/>
          </ac:spMkLst>
        </pc:spChg>
        <pc:spChg chg="mod">
          <ac:chgData name="Yamini Chowdari" userId="1be4e59ba631e3c2" providerId="LiveId" clId="{6348732F-6DF4-4593-B698-C623670C69D9}" dt="2026-08-20T04:57:34.348" v="33" actId="26606"/>
          <ac:spMkLst>
            <pc:docMk/>
            <pc:sldMk cId="2096356748" sldId="256"/>
            <ac:spMk id="3" creationId="{C7634E71-FC70-F0A8-AB60-BDAC3F12E919}"/>
          </ac:spMkLst>
        </pc:spChg>
        <pc:spChg chg="del">
          <ac:chgData name="Yamini Chowdari" userId="1be4e59ba631e3c2" providerId="LiveId" clId="{6348732F-6DF4-4593-B698-C623670C69D9}" dt="2026-08-20T04:57:34.348" v="33" actId="26606"/>
          <ac:spMkLst>
            <pc:docMk/>
            <pc:sldMk cId="2096356748" sldId="256"/>
            <ac:spMk id="13" creationId="{1A32057F-F015-B1B2-4E3E-2307F8EFC97B}"/>
          </ac:spMkLst>
        </pc:spChg>
        <pc:spChg chg="add">
          <ac:chgData name="Yamini Chowdari" userId="1be4e59ba631e3c2" providerId="LiveId" clId="{6348732F-6DF4-4593-B698-C623670C69D9}" dt="2026-08-20T04:57:34.348" v="33" actId="26606"/>
          <ac:spMkLst>
            <pc:docMk/>
            <pc:sldMk cId="2096356748" sldId="256"/>
            <ac:spMk id="19" creationId="{7A875D55-4A80-43E9-38F6-27E3664939B0}"/>
          </ac:spMkLst>
        </pc:spChg>
        <pc:picChg chg="add mod">
          <ac:chgData name="Yamini Chowdari" userId="1be4e59ba631e3c2" providerId="LiveId" clId="{6348732F-6DF4-4593-B698-C623670C69D9}" dt="2026-08-20T04:54:47.229" v="2" actId="1076"/>
          <ac:picMkLst>
            <pc:docMk/>
            <pc:sldMk cId="2096356748" sldId="256"/>
            <ac:picMk id="5" creationId="{41F1DB00-041D-45BA-F2FE-A2EB7EF4614C}"/>
          </ac:picMkLst>
        </pc:picChg>
        <pc:picChg chg="mod ord">
          <ac:chgData name="Yamini Chowdari" userId="1be4e59ba631e3c2" providerId="LiveId" clId="{6348732F-6DF4-4593-B698-C623670C69D9}" dt="2026-08-20T04:57:34.348" v="33" actId="26606"/>
          <ac:picMkLst>
            <pc:docMk/>
            <pc:sldMk cId="2096356748" sldId="256"/>
            <ac:picMk id="14" creationId="{33531841-B1A4-83A9-CA69-4FB18680D074}"/>
          </ac:picMkLst>
        </pc:picChg>
      </pc:sldChg>
      <pc:sldChg chg="addSp modSp mod">
        <pc:chgData name="Yamini Chowdari" userId="1be4e59ba631e3c2" providerId="LiveId" clId="{6348732F-6DF4-4593-B698-C623670C69D9}" dt="2026-08-20T04:55:07.691" v="8" actId="1076"/>
        <pc:sldMkLst>
          <pc:docMk/>
          <pc:sldMk cId="1124347247" sldId="257"/>
        </pc:sldMkLst>
        <pc:picChg chg="add mod">
          <ac:chgData name="Yamini Chowdari" userId="1be4e59ba631e3c2" providerId="LiveId" clId="{6348732F-6DF4-4593-B698-C623670C69D9}" dt="2026-08-20T04:55:07.691" v="8" actId="1076"/>
          <ac:picMkLst>
            <pc:docMk/>
            <pc:sldMk cId="1124347247" sldId="257"/>
            <ac:picMk id="4" creationId="{DC3DF3EE-7299-4870-980B-723174538844}"/>
          </ac:picMkLst>
        </pc:picChg>
      </pc:sldChg>
      <pc:sldChg chg="addSp modSp mod">
        <pc:chgData name="Yamini Chowdari" userId="1be4e59ba631e3c2" providerId="LiveId" clId="{6348732F-6DF4-4593-B698-C623670C69D9}" dt="2026-08-20T04:54:54.767" v="5" actId="1076"/>
        <pc:sldMkLst>
          <pc:docMk/>
          <pc:sldMk cId="801208726" sldId="258"/>
        </pc:sldMkLst>
        <pc:picChg chg="add mod">
          <ac:chgData name="Yamini Chowdari" userId="1be4e59ba631e3c2" providerId="LiveId" clId="{6348732F-6DF4-4593-B698-C623670C69D9}" dt="2026-08-20T04:54:54.767" v="5" actId="1076"/>
          <ac:picMkLst>
            <pc:docMk/>
            <pc:sldMk cId="801208726" sldId="258"/>
            <ac:picMk id="5" creationId="{F2CFD4F6-9761-09A7-B153-6BBD4C08FEBD}"/>
          </ac:picMkLst>
        </pc:picChg>
      </pc:sldChg>
      <pc:sldChg chg="addSp modSp mod">
        <pc:chgData name="Yamini Chowdari" userId="1be4e59ba631e3c2" providerId="LiveId" clId="{6348732F-6DF4-4593-B698-C623670C69D9}" dt="2026-08-20T04:55:16.850" v="10" actId="1076"/>
        <pc:sldMkLst>
          <pc:docMk/>
          <pc:sldMk cId="409570039" sldId="259"/>
        </pc:sldMkLst>
        <pc:picChg chg="add mod">
          <ac:chgData name="Yamini Chowdari" userId="1be4e59ba631e3c2" providerId="LiveId" clId="{6348732F-6DF4-4593-B698-C623670C69D9}" dt="2026-08-20T04:55:16.850" v="10" actId="1076"/>
          <ac:picMkLst>
            <pc:docMk/>
            <pc:sldMk cId="409570039" sldId="259"/>
            <ac:picMk id="4" creationId="{E74478A5-7C74-EE57-3CEC-CBB94B0954D2}"/>
          </ac:picMkLst>
        </pc:picChg>
      </pc:sldChg>
      <pc:sldChg chg="addSp modSp mod">
        <pc:chgData name="Yamini Chowdari" userId="1be4e59ba631e3c2" providerId="LiveId" clId="{6348732F-6DF4-4593-B698-C623670C69D9}" dt="2026-08-20T04:55:25.587" v="13" actId="1076"/>
        <pc:sldMkLst>
          <pc:docMk/>
          <pc:sldMk cId="3500511094" sldId="260"/>
        </pc:sldMkLst>
        <pc:picChg chg="add mod">
          <ac:chgData name="Yamini Chowdari" userId="1be4e59ba631e3c2" providerId="LiveId" clId="{6348732F-6DF4-4593-B698-C623670C69D9}" dt="2026-08-20T04:55:25.587" v="13" actId="1076"/>
          <ac:picMkLst>
            <pc:docMk/>
            <pc:sldMk cId="3500511094" sldId="260"/>
            <ac:picMk id="4" creationId="{1BB905AE-3E13-8413-0818-AF795A7055D3}"/>
          </ac:picMkLst>
        </pc:picChg>
      </pc:sldChg>
      <pc:sldChg chg="addSp modSp mod">
        <pc:chgData name="Yamini Chowdari" userId="1be4e59ba631e3c2" providerId="LiveId" clId="{6348732F-6DF4-4593-B698-C623670C69D9}" dt="2026-08-20T04:55:39.429" v="15" actId="1076"/>
        <pc:sldMkLst>
          <pc:docMk/>
          <pc:sldMk cId="325969809" sldId="261"/>
        </pc:sldMkLst>
        <pc:picChg chg="add mod">
          <ac:chgData name="Yamini Chowdari" userId="1be4e59ba631e3c2" providerId="LiveId" clId="{6348732F-6DF4-4593-B698-C623670C69D9}" dt="2026-08-20T04:55:39.429" v="15" actId="1076"/>
          <ac:picMkLst>
            <pc:docMk/>
            <pc:sldMk cId="325969809" sldId="261"/>
            <ac:picMk id="6" creationId="{44100284-A44D-54B6-4255-A36631228603}"/>
          </ac:picMkLst>
        </pc:picChg>
      </pc:sldChg>
      <pc:sldChg chg="addSp modSp mod">
        <pc:chgData name="Yamini Chowdari" userId="1be4e59ba631e3c2" providerId="LiveId" clId="{6348732F-6DF4-4593-B698-C623670C69D9}" dt="2026-08-20T04:55:50.011" v="18" actId="1076"/>
        <pc:sldMkLst>
          <pc:docMk/>
          <pc:sldMk cId="759287554" sldId="262"/>
        </pc:sldMkLst>
        <pc:picChg chg="add mod">
          <ac:chgData name="Yamini Chowdari" userId="1be4e59ba631e3c2" providerId="LiveId" clId="{6348732F-6DF4-4593-B698-C623670C69D9}" dt="2026-08-20T04:55:50.011" v="18" actId="1076"/>
          <ac:picMkLst>
            <pc:docMk/>
            <pc:sldMk cId="759287554" sldId="262"/>
            <ac:picMk id="6" creationId="{B4BA285B-9200-4D52-A10C-FFD2B09C3097}"/>
          </ac:picMkLst>
        </pc:picChg>
      </pc:sldChg>
      <pc:sldChg chg="addSp modSp mod">
        <pc:chgData name="Yamini Chowdari" userId="1be4e59ba631e3c2" providerId="LiveId" clId="{6348732F-6DF4-4593-B698-C623670C69D9}" dt="2026-08-20T04:55:57.486" v="21" actId="1076"/>
        <pc:sldMkLst>
          <pc:docMk/>
          <pc:sldMk cId="1697485" sldId="263"/>
        </pc:sldMkLst>
        <pc:picChg chg="add mod">
          <ac:chgData name="Yamini Chowdari" userId="1be4e59ba631e3c2" providerId="LiveId" clId="{6348732F-6DF4-4593-B698-C623670C69D9}" dt="2026-08-20T04:55:57.486" v="21" actId="1076"/>
          <ac:picMkLst>
            <pc:docMk/>
            <pc:sldMk cId="1697485" sldId="263"/>
            <ac:picMk id="17" creationId="{1EE57528-9EDC-DB43-F14C-CB09B16DC806}"/>
          </ac:picMkLst>
        </pc:picChg>
      </pc:sldChg>
      <pc:sldChg chg="addSp modSp mod">
        <pc:chgData name="Yamini Chowdari" userId="1be4e59ba631e3c2" providerId="LiveId" clId="{6348732F-6DF4-4593-B698-C623670C69D9}" dt="2026-08-20T04:56:10.191" v="23" actId="1076"/>
        <pc:sldMkLst>
          <pc:docMk/>
          <pc:sldMk cId="3811338089" sldId="264"/>
        </pc:sldMkLst>
        <pc:picChg chg="add mod">
          <ac:chgData name="Yamini Chowdari" userId="1be4e59ba631e3c2" providerId="LiveId" clId="{6348732F-6DF4-4593-B698-C623670C69D9}" dt="2026-08-20T04:56:10.191" v="23" actId="1076"/>
          <ac:picMkLst>
            <pc:docMk/>
            <pc:sldMk cId="3811338089" sldId="264"/>
            <ac:picMk id="4" creationId="{1DEFFA54-143D-9F10-6B10-379B04EA119B}"/>
          </ac:picMkLst>
        </pc:picChg>
      </pc:sldChg>
      <pc:sldChg chg="addSp modSp mod">
        <pc:chgData name="Yamini Chowdari" userId="1be4e59ba631e3c2" providerId="LiveId" clId="{6348732F-6DF4-4593-B698-C623670C69D9}" dt="2026-08-20T04:56:21.460" v="25" actId="1076"/>
        <pc:sldMkLst>
          <pc:docMk/>
          <pc:sldMk cId="1057000459" sldId="265"/>
        </pc:sldMkLst>
        <pc:picChg chg="add mod">
          <ac:chgData name="Yamini Chowdari" userId="1be4e59ba631e3c2" providerId="LiveId" clId="{6348732F-6DF4-4593-B698-C623670C69D9}" dt="2026-08-20T04:56:21.460" v="25" actId="1076"/>
          <ac:picMkLst>
            <pc:docMk/>
            <pc:sldMk cId="1057000459" sldId="265"/>
            <ac:picMk id="4" creationId="{7E7F05AB-9488-526B-D46D-B8E92D097BA1}"/>
          </ac:picMkLst>
        </pc:picChg>
      </pc:sldChg>
      <pc:sldChg chg="addSp modSp mod">
        <pc:chgData name="Yamini Chowdari" userId="1be4e59ba631e3c2" providerId="LiveId" clId="{6348732F-6DF4-4593-B698-C623670C69D9}" dt="2026-08-20T04:56:32.827" v="27" actId="1076"/>
        <pc:sldMkLst>
          <pc:docMk/>
          <pc:sldMk cId="1974230363" sldId="266"/>
        </pc:sldMkLst>
        <pc:picChg chg="add mod">
          <ac:chgData name="Yamini Chowdari" userId="1be4e59ba631e3c2" providerId="LiveId" clId="{6348732F-6DF4-4593-B698-C623670C69D9}" dt="2026-08-20T04:56:32.827" v="27" actId="1076"/>
          <ac:picMkLst>
            <pc:docMk/>
            <pc:sldMk cId="1974230363" sldId="266"/>
            <ac:picMk id="4" creationId="{52F94797-12E9-4D77-A8ED-DE8EE4E65321}"/>
          </ac:picMkLst>
        </pc:picChg>
      </pc:sldChg>
      <pc:sldChg chg="addSp modSp mod">
        <pc:chgData name="Yamini Chowdari" userId="1be4e59ba631e3c2" providerId="LiveId" clId="{6348732F-6DF4-4593-B698-C623670C69D9}" dt="2026-08-20T04:56:43.573" v="29" actId="1076"/>
        <pc:sldMkLst>
          <pc:docMk/>
          <pc:sldMk cId="1670891528" sldId="267"/>
        </pc:sldMkLst>
        <pc:picChg chg="add mod">
          <ac:chgData name="Yamini Chowdari" userId="1be4e59ba631e3c2" providerId="LiveId" clId="{6348732F-6DF4-4593-B698-C623670C69D9}" dt="2026-08-20T04:56:43.573" v="29" actId="1076"/>
          <ac:picMkLst>
            <pc:docMk/>
            <pc:sldMk cId="1670891528" sldId="267"/>
            <ac:picMk id="4" creationId="{08ACFA78-F82E-5BD6-E05B-EE8D66628BF1}"/>
          </ac:picMkLst>
        </pc:picChg>
      </pc:sldChg>
      <pc:sldChg chg="addSp modSp mod">
        <pc:chgData name="Yamini Chowdari" userId="1be4e59ba631e3c2" providerId="LiveId" clId="{6348732F-6DF4-4593-B698-C623670C69D9}" dt="2026-08-20T04:56:55.557" v="32" actId="1076"/>
        <pc:sldMkLst>
          <pc:docMk/>
          <pc:sldMk cId="4085463601" sldId="268"/>
        </pc:sldMkLst>
        <pc:picChg chg="add mod">
          <ac:chgData name="Yamini Chowdari" userId="1be4e59ba631e3c2" providerId="LiveId" clId="{6348732F-6DF4-4593-B698-C623670C69D9}" dt="2026-08-20T04:56:55.557" v="32" actId="1076"/>
          <ac:picMkLst>
            <pc:docMk/>
            <pc:sldMk cId="4085463601" sldId="268"/>
            <ac:picMk id="4" creationId="{482D062D-6074-21B1-98EE-5943E352756E}"/>
          </ac:picMkLst>
        </pc:picChg>
        <pc:picChg chg="mod">
          <ac:chgData name="Yamini Chowdari" userId="1be4e59ba631e3c2" providerId="LiveId" clId="{6348732F-6DF4-4593-B698-C623670C69D9}" dt="2026-08-20T04:56:53.479" v="31" actId="1076"/>
          <ac:picMkLst>
            <pc:docMk/>
            <pc:sldMk cId="4085463601" sldId="268"/>
            <ac:picMk id="7" creationId="{FD084763-4900-D282-5B63-9E8ED11D3F1B}"/>
          </ac:picMkLst>
        </pc:picChg>
      </pc:sldChg>
      <pc:sldChg chg="addSp modSp new mod setBg">
        <pc:chgData name="Yamini Chowdari" userId="1be4e59ba631e3c2" providerId="LiveId" clId="{6348732F-6DF4-4593-B698-C623670C69D9}" dt="2026-08-20T05:04:48.122" v="49" actId="20577"/>
        <pc:sldMkLst>
          <pc:docMk/>
          <pc:sldMk cId="4053656372" sldId="269"/>
        </pc:sldMkLst>
        <pc:spChg chg="mod">
          <ac:chgData name="Yamini Chowdari" userId="1be4e59ba631e3c2" providerId="LiveId" clId="{6348732F-6DF4-4593-B698-C623670C69D9}" dt="2026-08-20T05:03:22.347" v="48" actId="26606"/>
          <ac:spMkLst>
            <pc:docMk/>
            <pc:sldMk cId="4053656372" sldId="269"/>
            <ac:spMk id="2" creationId="{AD49AED2-51AC-A267-619C-2136C061A2F7}"/>
          </ac:spMkLst>
        </pc:spChg>
        <pc:spChg chg="mod">
          <ac:chgData name="Yamini Chowdari" userId="1be4e59ba631e3c2" providerId="LiveId" clId="{6348732F-6DF4-4593-B698-C623670C69D9}" dt="2026-08-20T05:04:48.122" v="49" actId="20577"/>
          <ac:spMkLst>
            <pc:docMk/>
            <pc:sldMk cId="4053656372" sldId="269"/>
            <ac:spMk id="3" creationId="{48F63F3F-C1F8-6005-33DD-0B7DD8561F25}"/>
          </ac:spMkLst>
        </pc:spChg>
        <pc:spChg chg="add">
          <ac:chgData name="Yamini Chowdari" userId="1be4e59ba631e3c2" providerId="LiveId" clId="{6348732F-6DF4-4593-B698-C623670C69D9}" dt="2026-08-20T05:03:22.347" v="48" actId="26606"/>
          <ac:spMkLst>
            <pc:docMk/>
            <pc:sldMk cId="4053656372" sldId="269"/>
            <ac:spMk id="10" creationId="{37B65277-82C6-6D08-6DCA-4A7DCC3B7136}"/>
          </ac:spMkLst>
        </pc:spChg>
        <pc:picChg chg="add">
          <ac:chgData name="Yamini Chowdari" userId="1be4e59ba631e3c2" providerId="LiveId" clId="{6348732F-6DF4-4593-B698-C623670C69D9}" dt="2026-08-20T05:03:22.347" v="48" actId="26606"/>
          <ac:picMkLst>
            <pc:docMk/>
            <pc:sldMk cId="4053656372" sldId="269"/>
            <ac:picMk id="7" creationId="{CE482D54-B1CA-FECD-32FD-A14CF2CA56EF}"/>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image" Target="../media/image5.svg"/><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image" Target="../media/image5.svg"/><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2698A1-8141-4F83-9DBA-A0BE5FF17F2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62B219A-2909-4004-B7E9-7D561D76AC01}">
      <dgm:prSet/>
      <dgm:spPr/>
      <dgm:t>
        <a:bodyPr/>
        <a:lstStyle/>
        <a:p>
          <a:r>
            <a:rPr lang="en-IN"/>
            <a:t>Create personalized learning profiles for students. </a:t>
          </a:r>
          <a:endParaRPr lang="en-US"/>
        </a:p>
      </dgm:t>
    </dgm:pt>
    <dgm:pt modelId="{216344D7-88B6-4446-8292-2359FB110A6B}" type="parTrans" cxnId="{CD429502-3BCD-4CE4-91C1-BC502B79AD01}">
      <dgm:prSet/>
      <dgm:spPr/>
      <dgm:t>
        <a:bodyPr/>
        <a:lstStyle/>
        <a:p>
          <a:endParaRPr lang="en-US"/>
        </a:p>
      </dgm:t>
    </dgm:pt>
    <dgm:pt modelId="{2D38AC41-1A6D-4182-803E-650CF8255367}" type="sibTrans" cxnId="{CD429502-3BCD-4CE4-91C1-BC502B79AD01}">
      <dgm:prSet/>
      <dgm:spPr/>
      <dgm:t>
        <a:bodyPr/>
        <a:lstStyle/>
        <a:p>
          <a:endParaRPr lang="en-US"/>
        </a:p>
      </dgm:t>
    </dgm:pt>
    <dgm:pt modelId="{FD7C23A5-FF1D-4A01-BE21-074129181F08}">
      <dgm:prSet/>
      <dgm:spPr/>
      <dgm:t>
        <a:bodyPr/>
        <a:lstStyle/>
        <a:p>
          <a:r>
            <a:rPr lang="en-IN"/>
            <a:t>Analyze </a:t>
          </a:r>
          <a:r>
            <a:rPr lang="en-IN" b="1"/>
            <a:t>skills, interests, performance, and learning history</a:t>
          </a:r>
          <a:r>
            <a:rPr lang="en-IN"/>
            <a:t>. </a:t>
          </a:r>
          <a:endParaRPr lang="en-US"/>
        </a:p>
      </dgm:t>
    </dgm:pt>
    <dgm:pt modelId="{46D4A25F-464C-4771-916A-A9F780828D11}" type="parTrans" cxnId="{6ABD62F8-8AEE-4025-A61F-2C7097B13477}">
      <dgm:prSet/>
      <dgm:spPr/>
      <dgm:t>
        <a:bodyPr/>
        <a:lstStyle/>
        <a:p>
          <a:endParaRPr lang="en-US"/>
        </a:p>
      </dgm:t>
    </dgm:pt>
    <dgm:pt modelId="{C5716C62-D30C-47C7-B5D5-89EE7E66BF91}" type="sibTrans" cxnId="{6ABD62F8-8AEE-4025-A61F-2C7097B13477}">
      <dgm:prSet/>
      <dgm:spPr/>
      <dgm:t>
        <a:bodyPr/>
        <a:lstStyle/>
        <a:p>
          <a:endParaRPr lang="en-US"/>
        </a:p>
      </dgm:t>
    </dgm:pt>
    <dgm:pt modelId="{D0EA7CA0-586A-419A-9427-D86F03714235}">
      <dgm:prSet/>
      <dgm:spPr/>
      <dgm:t>
        <a:bodyPr/>
        <a:lstStyle/>
        <a:p>
          <a:r>
            <a:rPr lang="en-IN"/>
            <a:t>Recommend relevant courses using AI/LLM. </a:t>
          </a:r>
          <a:endParaRPr lang="en-US"/>
        </a:p>
      </dgm:t>
    </dgm:pt>
    <dgm:pt modelId="{B0458FF8-12C8-4B11-8CA2-2116772FC0D8}" type="parTrans" cxnId="{599A58A2-52BC-4B5E-B350-9386B1676A20}">
      <dgm:prSet/>
      <dgm:spPr/>
      <dgm:t>
        <a:bodyPr/>
        <a:lstStyle/>
        <a:p>
          <a:endParaRPr lang="en-US"/>
        </a:p>
      </dgm:t>
    </dgm:pt>
    <dgm:pt modelId="{E873EC61-6DE7-47FC-BA99-DE266ECD1B4A}" type="sibTrans" cxnId="{599A58A2-52BC-4B5E-B350-9386B1676A20}">
      <dgm:prSet/>
      <dgm:spPr/>
      <dgm:t>
        <a:bodyPr/>
        <a:lstStyle/>
        <a:p>
          <a:endParaRPr lang="en-US"/>
        </a:p>
      </dgm:t>
    </dgm:pt>
    <dgm:pt modelId="{2496F26D-116E-454D-A761-08716807F755}">
      <dgm:prSet/>
      <dgm:spPr/>
      <dgm:t>
        <a:bodyPr/>
        <a:lstStyle/>
        <a:p>
          <a:r>
            <a:rPr lang="en-IN"/>
            <a:t>Identify knowledge gaps. </a:t>
          </a:r>
          <a:endParaRPr lang="en-US"/>
        </a:p>
      </dgm:t>
    </dgm:pt>
    <dgm:pt modelId="{6ECFF4F8-C606-47DF-AFC5-3F9F9CE2D104}" type="parTrans" cxnId="{8CFB6A1E-28CB-4520-BB9D-3DBD4D5DEB46}">
      <dgm:prSet/>
      <dgm:spPr/>
      <dgm:t>
        <a:bodyPr/>
        <a:lstStyle/>
        <a:p>
          <a:endParaRPr lang="en-US"/>
        </a:p>
      </dgm:t>
    </dgm:pt>
    <dgm:pt modelId="{F89ACC0A-8341-48E0-9C66-1750785773F9}" type="sibTrans" cxnId="{8CFB6A1E-28CB-4520-BB9D-3DBD4D5DEB46}">
      <dgm:prSet/>
      <dgm:spPr/>
      <dgm:t>
        <a:bodyPr/>
        <a:lstStyle/>
        <a:p>
          <a:endParaRPr lang="en-US"/>
        </a:p>
      </dgm:t>
    </dgm:pt>
    <dgm:pt modelId="{C502F4D1-D52C-4724-8695-89BAE9DADAE2}">
      <dgm:prSet/>
      <dgm:spPr/>
      <dgm:t>
        <a:bodyPr/>
        <a:lstStyle/>
        <a:p>
          <a:r>
            <a:rPr lang="en-IN"/>
            <a:t>Adapt recommendations based on student progress. </a:t>
          </a:r>
          <a:endParaRPr lang="en-US"/>
        </a:p>
      </dgm:t>
    </dgm:pt>
    <dgm:pt modelId="{2174EB64-9044-49DB-B664-3ECADC0AFF17}" type="parTrans" cxnId="{FA322E9A-48ED-4027-BA91-A6BEC93574D5}">
      <dgm:prSet/>
      <dgm:spPr/>
      <dgm:t>
        <a:bodyPr/>
        <a:lstStyle/>
        <a:p>
          <a:endParaRPr lang="en-US"/>
        </a:p>
      </dgm:t>
    </dgm:pt>
    <dgm:pt modelId="{77C7DCE7-5EDF-43AD-9F02-A4013783D0E9}" type="sibTrans" cxnId="{FA322E9A-48ED-4027-BA91-A6BEC93574D5}">
      <dgm:prSet/>
      <dgm:spPr/>
      <dgm:t>
        <a:bodyPr/>
        <a:lstStyle/>
        <a:p>
          <a:endParaRPr lang="en-US"/>
        </a:p>
      </dgm:t>
    </dgm:pt>
    <dgm:pt modelId="{EAC88348-07E3-42E4-B8C0-40E56357475C}">
      <dgm:prSet/>
      <dgm:spPr/>
      <dgm:t>
        <a:bodyPr/>
        <a:lstStyle/>
        <a:p>
          <a:r>
            <a:rPr lang="en-IN"/>
            <a:t>Provide a simple and interactive web interface. </a:t>
          </a:r>
          <a:endParaRPr lang="en-US"/>
        </a:p>
      </dgm:t>
    </dgm:pt>
    <dgm:pt modelId="{61643F4A-AABD-4645-8A1F-E5E6D2DC4E9C}" type="parTrans" cxnId="{6A099357-92BE-4D32-AA1C-A72ADCA0A7BA}">
      <dgm:prSet/>
      <dgm:spPr/>
      <dgm:t>
        <a:bodyPr/>
        <a:lstStyle/>
        <a:p>
          <a:endParaRPr lang="en-US"/>
        </a:p>
      </dgm:t>
    </dgm:pt>
    <dgm:pt modelId="{79BD162E-6C50-494E-9E7C-5942B3DC9CB8}" type="sibTrans" cxnId="{6A099357-92BE-4D32-AA1C-A72ADCA0A7BA}">
      <dgm:prSet/>
      <dgm:spPr/>
      <dgm:t>
        <a:bodyPr/>
        <a:lstStyle/>
        <a:p>
          <a:endParaRPr lang="en-US"/>
        </a:p>
      </dgm:t>
    </dgm:pt>
    <dgm:pt modelId="{C21D8E67-08ED-41BD-905F-8375DC63C98F}">
      <dgm:prSet/>
      <dgm:spPr/>
      <dgm:t>
        <a:bodyPr/>
        <a:lstStyle/>
        <a:p>
          <a:r>
            <a:rPr lang="en-IN"/>
            <a:t>Monitor application performance and system health. </a:t>
          </a:r>
          <a:endParaRPr lang="en-US"/>
        </a:p>
      </dgm:t>
    </dgm:pt>
    <dgm:pt modelId="{BCABB16E-1E69-4B0A-A348-DB25DC030E6A}" type="parTrans" cxnId="{74492E60-01B7-4F8F-BFAA-8EBB4D747F08}">
      <dgm:prSet/>
      <dgm:spPr/>
      <dgm:t>
        <a:bodyPr/>
        <a:lstStyle/>
        <a:p>
          <a:endParaRPr lang="en-US"/>
        </a:p>
      </dgm:t>
    </dgm:pt>
    <dgm:pt modelId="{1FE6C546-A6F3-445C-AC5A-C9246AC5B5E7}" type="sibTrans" cxnId="{74492E60-01B7-4F8F-BFAA-8EBB4D747F08}">
      <dgm:prSet/>
      <dgm:spPr/>
      <dgm:t>
        <a:bodyPr/>
        <a:lstStyle/>
        <a:p>
          <a:endParaRPr lang="en-US"/>
        </a:p>
      </dgm:t>
    </dgm:pt>
    <dgm:pt modelId="{BB6122E9-9255-484B-A74F-D31D730E6702}" type="pres">
      <dgm:prSet presAssocID="{A82698A1-8141-4F83-9DBA-A0BE5FF17F2C}" presName="root" presStyleCnt="0">
        <dgm:presLayoutVars>
          <dgm:dir/>
          <dgm:resizeHandles val="exact"/>
        </dgm:presLayoutVars>
      </dgm:prSet>
      <dgm:spPr/>
      <dgm:t>
        <a:bodyPr/>
        <a:lstStyle/>
        <a:p>
          <a:endParaRPr lang="en-US"/>
        </a:p>
      </dgm:t>
    </dgm:pt>
    <dgm:pt modelId="{E56AD12A-95B2-4E8F-9EC3-905829DBC2C3}" type="pres">
      <dgm:prSet presAssocID="{762B219A-2909-4004-B7E9-7D561D76AC01}" presName="compNode" presStyleCnt="0"/>
      <dgm:spPr/>
    </dgm:pt>
    <dgm:pt modelId="{17EFD09D-D5E8-42FB-90E2-DB9CB24D7467}" type="pres">
      <dgm:prSet presAssocID="{762B219A-2909-4004-B7E9-7D561D76AC01}" presName="bgRect" presStyleLbl="bgShp" presStyleIdx="0" presStyleCnt="7"/>
      <dgm:spPr/>
    </dgm:pt>
    <dgm:pt modelId="{F26266B9-9799-4B70-BB98-FAD304F27B9D}" type="pres">
      <dgm:prSet presAssocID="{762B219A-2909-4004-B7E9-7D561D76AC01}"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1"/>
              </a:ext>
            </a:extLst>
          </a:blip>
          <a:stretch>
            <a:fillRect/>
          </a:stretch>
        </a:blipFill>
        <a:ln>
          <a:noFill/>
        </a:ln>
      </dgm:spPr>
      <dgm:extLst>
        <a:ext uri="{E40237B7-FDA0-4F09-8148-C483321AD2D9}">
          <dgm14:cNvPr xmlns:dgm14="http://schemas.microsoft.com/office/drawing/2010/diagram" id="0" name="" descr="Target Audience"/>
        </a:ext>
      </dgm:extLst>
    </dgm:pt>
    <dgm:pt modelId="{34A113D2-CE90-44DD-9D59-4A78EEF9A308}" type="pres">
      <dgm:prSet presAssocID="{762B219A-2909-4004-B7E9-7D561D76AC01}" presName="spaceRect" presStyleCnt="0"/>
      <dgm:spPr/>
    </dgm:pt>
    <dgm:pt modelId="{091EACFC-46C9-4291-98D8-7382D6C56AB7}" type="pres">
      <dgm:prSet presAssocID="{762B219A-2909-4004-B7E9-7D561D76AC01}" presName="parTx" presStyleLbl="revTx" presStyleIdx="0" presStyleCnt="7">
        <dgm:presLayoutVars>
          <dgm:chMax val="0"/>
          <dgm:chPref val="0"/>
        </dgm:presLayoutVars>
      </dgm:prSet>
      <dgm:spPr/>
      <dgm:t>
        <a:bodyPr/>
        <a:lstStyle/>
        <a:p>
          <a:endParaRPr lang="en-US"/>
        </a:p>
      </dgm:t>
    </dgm:pt>
    <dgm:pt modelId="{213EE61D-93F6-4F8D-BCBA-C8987180DD7B}" type="pres">
      <dgm:prSet presAssocID="{2D38AC41-1A6D-4182-803E-650CF8255367}" presName="sibTrans" presStyleCnt="0"/>
      <dgm:spPr/>
    </dgm:pt>
    <dgm:pt modelId="{8193B8CA-FC31-4AA8-8B4B-F967221E89F4}" type="pres">
      <dgm:prSet presAssocID="{FD7C23A5-FF1D-4A01-BE21-074129181F08}" presName="compNode" presStyleCnt="0"/>
      <dgm:spPr/>
    </dgm:pt>
    <dgm:pt modelId="{8B53FD3D-1BEC-4EDC-90FC-B58AA7D16C5B}" type="pres">
      <dgm:prSet presAssocID="{FD7C23A5-FF1D-4A01-BE21-074129181F08}" presName="bgRect" presStyleLbl="bgShp" presStyleIdx="1" presStyleCnt="7"/>
      <dgm:spPr/>
    </dgm:pt>
    <dgm:pt modelId="{30601152-8E73-416B-9E3C-5E9E767CA923}" type="pres">
      <dgm:prSet presAssocID="{FD7C23A5-FF1D-4A01-BE21-074129181F08}"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id="0" name="" descr="Head with Gears"/>
        </a:ext>
      </dgm:extLst>
    </dgm:pt>
    <dgm:pt modelId="{B183ED4D-AB8A-4202-A405-458882C519B7}" type="pres">
      <dgm:prSet presAssocID="{FD7C23A5-FF1D-4A01-BE21-074129181F08}" presName="spaceRect" presStyleCnt="0"/>
      <dgm:spPr/>
    </dgm:pt>
    <dgm:pt modelId="{02F0FB09-B7C2-42F3-881D-BE2090F2BA0A}" type="pres">
      <dgm:prSet presAssocID="{FD7C23A5-FF1D-4A01-BE21-074129181F08}" presName="parTx" presStyleLbl="revTx" presStyleIdx="1" presStyleCnt="7">
        <dgm:presLayoutVars>
          <dgm:chMax val="0"/>
          <dgm:chPref val="0"/>
        </dgm:presLayoutVars>
      </dgm:prSet>
      <dgm:spPr/>
      <dgm:t>
        <a:bodyPr/>
        <a:lstStyle/>
        <a:p>
          <a:endParaRPr lang="en-US"/>
        </a:p>
      </dgm:t>
    </dgm:pt>
    <dgm:pt modelId="{9FDF4152-E59B-4836-9006-29997C81D215}" type="pres">
      <dgm:prSet presAssocID="{C5716C62-D30C-47C7-B5D5-89EE7E66BF91}" presName="sibTrans" presStyleCnt="0"/>
      <dgm:spPr/>
    </dgm:pt>
    <dgm:pt modelId="{3C3B0E85-77E5-4293-83A0-9FB687A53F2B}" type="pres">
      <dgm:prSet presAssocID="{D0EA7CA0-586A-419A-9427-D86F03714235}" presName="compNode" presStyleCnt="0"/>
      <dgm:spPr/>
    </dgm:pt>
    <dgm:pt modelId="{E6C64D58-4937-4A2E-8E94-9FF192F23F46}" type="pres">
      <dgm:prSet presAssocID="{D0EA7CA0-586A-419A-9427-D86F03714235}" presName="bgRect" presStyleLbl="bgShp" presStyleIdx="2" presStyleCnt="7"/>
      <dgm:spPr/>
    </dgm:pt>
    <dgm:pt modelId="{19B2EBE4-499F-4EDA-9BBA-4775B6EA0110}" type="pres">
      <dgm:prSet presAssocID="{D0EA7CA0-586A-419A-9427-D86F03714235}"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a:blipFill>
        <a:ln>
          <a:noFill/>
        </a:ln>
      </dgm:spPr>
      <dgm:extLst>
        <a:ext uri="{E40237B7-FDA0-4F09-8148-C483321AD2D9}">
          <dgm14:cNvPr xmlns:dgm14="http://schemas.microsoft.com/office/drawing/2010/diagram" id="0" name="" descr="Robot"/>
        </a:ext>
      </dgm:extLst>
    </dgm:pt>
    <dgm:pt modelId="{48CBF038-E759-482C-B2B0-8A411DDA1CB1}" type="pres">
      <dgm:prSet presAssocID="{D0EA7CA0-586A-419A-9427-D86F03714235}" presName="spaceRect" presStyleCnt="0"/>
      <dgm:spPr/>
    </dgm:pt>
    <dgm:pt modelId="{3D34614B-3189-4F09-87CA-E1D83C5234F9}" type="pres">
      <dgm:prSet presAssocID="{D0EA7CA0-586A-419A-9427-D86F03714235}" presName="parTx" presStyleLbl="revTx" presStyleIdx="2" presStyleCnt="7">
        <dgm:presLayoutVars>
          <dgm:chMax val="0"/>
          <dgm:chPref val="0"/>
        </dgm:presLayoutVars>
      </dgm:prSet>
      <dgm:spPr/>
      <dgm:t>
        <a:bodyPr/>
        <a:lstStyle/>
        <a:p>
          <a:endParaRPr lang="en-US"/>
        </a:p>
      </dgm:t>
    </dgm:pt>
    <dgm:pt modelId="{ACBE33EC-ACAE-4DB7-A799-F2D3D1061B2A}" type="pres">
      <dgm:prSet presAssocID="{E873EC61-6DE7-47FC-BA99-DE266ECD1B4A}" presName="sibTrans" presStyleCnt="0"/>
      <dgm:spPr/>
    </dgm:pt>
    <dgm:pt modelId="{5600B14C-355C-4E31-8538-1B274A129293}" type="pres">
      <dgm:prSet presAssocID="{2496F26D-116E-454D-A761-08716807F755}" presName="compNode" presStyleCnt="0"/>
      <dgm:spPr/>
    </dgm:pt>
    <dgm:pt modelId="{26135693-8A39-4460-87AD-0B18316379BB}" type="pres">
      <dgm:prSet presAssocID="{2496F26D-116E-454D-A761-08716807F755}" presName="bgRect" presStyleLbl="bgShp" presStyleIdx="3" presStyleCnt="7"/>
      <dgm:spPr/>
    </dgm:pt>
    <dgm:pt modelId="{94AE0CC9-8194-4AB7-8D4E-3E97F51EE3E5}" type="pres">
      <dgm:prSet presAssocID="{2496F26D-116E-454D-A761-08716807F755}"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id="0" name="" descr="Books"/>
        </a:ext>
      </dgm:extLst>
    </dgm:pt>
    <dgm:pt modelId="{207D1F5D-C633-421E-978E-37E89662D7AB}" type="pres">
      <dgm:prSet presAssocID="{2496F26D-116E-454D-A761-08716807F755}" presName="spaceRect" presStyleCnt="0"/>
      <dgm:spPr/>
    </dgm:pt>
    <dgm:pt modelId="{B0221EA8-6580-454A-BF98-778D65617593}" type="pres">
      <dgm:prSet presAssocID="{2496F26D-116E-454D-A761-08716807F755}" presName="parTx" presStyleLbl="revTx" presStyleIdx="3" presStyleCnt="7">
        <dgm:presLayoutVars>
          <dgm:chMax val="0"/>
          <dgm:chPref val="0"/>
        </dgm:presLayoutVars>
      </dgm:prSet>
      <dgm:spPr/>
      <dgm:t>
        <a:bodyPr/>
        <a:lstStyle/>
        <a:p>
          <a:endParaRPr lang="en-US"/>
        </a:p>
      </dgm:t>
    </dgm:pt>
    <dgm:pt modelId="{0CC8C3D4-D39B-42F7-BCFD-48D77B4FB2DA}" type="pres">
      <dgm:prSet presAssocID="{F89ACC0A-8341-48E0-9C66-1750785773F9}" presName="sibTrans" presStyleCnt="0"/>
      <dgm:spPr/>
    </dgm:pt>
    <dgm:pt modelId="{591913F9-5A34-428C-8F6D-AE8F508068B2}" type="pres">
      <dgm:prSet presAssocID="{C502F4D1-D52C-4724-8695-89BAE9DADAE2}" presName="compNode" presStyleCnt="0"/>
      <dgm:spPr/>
    </dgm:pt>
    <dgm:pt modelId="{C522E62E-6220-47E2-8757-5212CFBB9A46}" type="pres">
      <dgm:prSet presAssocID="{C502F4D1-D52C-4724-8695-89BAE9DADAE2}" presName="bgRect" presStyleLbl="bgShp" presStyleIdx="4" presStyleCnt="7"/>
      <dgm:spPr/>
    </dgm:pt>
    <dgm:pt modelId="{B1D9C168-C04A-4550-8C96-C5CF342B3343}" type="pres">
      <dgm:prSet presAssocID="{C502F4D1-D52C-4724-8695-89BAE9DADAE2}"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a:blipFill>
        <a:ln>
          <a:noFill/>
        </a:ln>
      </dgm:spPr>
      <dgm:extLst>
        <a:ext uri="{E40237B7-FDA0-4F09-8148-C483321AD2D9}">
          <dgm14:cNvPr xmlns:dgm14="http://schemas.microsoft.com/office/drawing/2010/diagram" id="0" name="" descr="Classroom"/>
        </a:ext>
      </dgm:extLst>
    </dgm:pt>
    <dgm:pt modelId="{6AD28CDF-6657-4514-9FE1-B9F30ADCF354}" type="pres">
      <dgm:prSet presAssocID="{C502F4D1-D52C-4724-8695-89BAE9DADAE2}" presName="spaceRect" presStyleCnt="0"/>
      <dgm:spPr/>
    </dgm:pt>
    <dgm:pt modelId="{D342E5A8-DEEB-421A-AABE-123E7CAEF3B4}" type="pres">
      <dgm:prSet presAssocID="{C502F4D1-D52C-4724-8695-89BAE9DADAE2}" presName="parTx" presStyleLbl="revTx" presStyleIdx="4" presStyleCnt="7">
        <dgm:presLayoutVars>
          <dgm:chMax val="0"/>
          <dgm:chPref val="0"/>
        </dgm:presLayoutVars>
      </dgm:prSet>
      <dgm:spPr/>
      <dgm:t>
        <a:bodyPr/>
        <a:lstStyle/>
        <a:p>
          <a:endParaRPr lang="en-US"/>
        </a:p>
      </dgm:t>
    </dgm:pt>
    <dgm:pt modelId="{EB2E352A-C9F4-4D79-BE45-E3CA11928375}" type="pres">
      <dgm:prSet presAssocID="{77C7DCE7-5EDF-43AD-9F02-A4013783D0E9}" presName="sibTrans" presStyleCnt="0"/>
      <dgm:spPr/>
    </dgm:pt>
    <dgm:pt modelId="{D0082777-42ED-4834-8C4A-44287807A8C2}" type="pres">
      <dgm:prSet presAssocID="{EAC88348-07E3-42E4-B8C0-40E56357475C}" presName="compNode" presStyleCnt="0"/>
      <dgm:spPr/>
    </dgm:pt>
    <dgm:pt modelId="{E2258C5E-144B-4627-A157-8F9319C21204}" type="pres">
      <dgm:prSet presAssocID="{EAC88348-07E3-42E4-B8C0-40E56357475C}" presName="bgRect" presStyleLbl="bgShp" presStyleIdx="5" presStyleCnt="7"/>
      <dgm:spPr/>
    </dgm:pt>
    <dgm:pt modelId="{81BE68C8-F8EA-4F89-A381-0A89ED784A8C}" type="pres">
      <dgm:prSet presAssocID="{EAC88348-07E3-42E4-B8C0-40E56357475C}"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id="0" name="" descr="Web Design"/>
        </a:ext>
      </dgm:extLst>
    </dgm:pt>
    <dgm:pt modelId="{0D29F879-2D3D-42E5-971D-7FC087857642}" type="pres">
      <dgm:prSet presAssocID="{EAC88348-07E3-42E4-B8C0-40E56357475C}" presName="spaceRect" presStyleCnt="0"/>
      <dgm:spPr/>
    </dgm:pt>
    <dgm:pt modelId="{62FC5671-F580-43B8-8646-320F2599EB08}" type="pres">
      <dgm:prSet presAssocID="{EAC88348-07E3-42E4-B8C0-40E56357475C}" presName="parTx" presStyleLbl="revTx" presStyleIdx="5" presStyleCnt="7">
        <dgm:presLayoutVars>
          <dgm:chMax val="0"/>
          <dgm:chPref val="0"/>
        </dgm:presLayoutVars>
      </dgm:prSet>
      <dgm:spPr/>
      <dgm:t>
        <a:bodyPr/>
        <a:lstStyle/>
        <a:p>
          <a:endParaRPr lang="en-US"/>
        </a:p>
      </dgm:t>
    </dgm:pt>
    <dgm:pt modelId="{5DA578E6-21F7-418A-A800-A9376C10CD86}" type="pres">
      <dgm:prSet presAssocID="{79BD162E-6C50-494E-9E7C-5942B3DC9CB8}" presName="sibTrans" presStyleCnt="0"/>
      <dgm:spPr/>
    </dgm:pt>
    <dgm:pt modelId="{A0D8D1A2-C20C-4833-B256-E395B6F926B0}" type="pres">
      <dgm:prSet presAssocID="{C21D8E67-08ED-41BD-905F-8375DC63C98F}" presName="compNode" presStyleCnt="0"/>
      <dgm:spPr/>
    </dgm:pt>
    <dgm:pt modelId="{8A999466-87EE-44AF-B464-1470E54FCAEE}" type="pres">
      <dgm:prSet presAssocID="{C21D8E67-08ED-41BD-905F-8375DC63C98F}" presName="bgRect" presStyleLbl="bgShp" presStyleIdx="6" presStyleCnt="7"/>
      <dgm:spPr/>
    </dgm:pt>
    <dgm:pt modelId="{B1E79F3E-1594-4A39-B695-E83E6F0C603C}" type="pres">
      <dgm:prSet presAssocID="{C21D8E67-08ED-41BD-905F-8375DC63C98F}"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a:blipFill>
        <a:ln>
          <a:noFill/>
        </a:ln>
      </dgm:spPr>
      <dgm:extLst>
        <a:ext uri="{E40237B7-FDA0-4F09-8148-C483321AD2D9}">
          <dgm14:cNvPr xmlns:dgm14="http://schemas.microsoft.com/office/drawing/2010/diagram" id="0" name="" descr="Heart with Pulse"/>
        </a:ext>
      </dgm:extLst>
    </dgm:pt>
    <dgm:pt modelId="{76909E8A-4B92-4C46-8C6A-9D4F8FDD0E4E}" type="pres">
      <dgm:prSet presAssocID="{C21D8E67-08ED-41BD-905F-8375DC63C98F}" presName="spaceRect" presStyleCnt="0"/>
      <dgm:spPr/>
    </dgm:pt>
    <dgm:pt modelId="{895D3707-58D8-46B4-A735-B51588EC2A97}" type="pres">
      <dgm:prSet presAssocID="{C21D8E67-08ED-41BD-905F-8375DC63C98F}" presName="parTx" presStyleLbl="revTx" presStyleIdx="6" presStyleCnt="7">
        <dgm:presLayoutVars>
          <dgm:chMax val="0"/>
          <dgm:chPref val="0"/>
        </dgm:presLayoutVars>
      </dgm:prSet>
      <dgm:spPr/>
      <dgm:t>
        <a:bodyPr/>
        <a:lstStyle/>
        <a:p>
          <a:endParaRPr lang="en-US"/>
        </a:p>
      </dgm:t>
    </dgm:pt>
  </dgm:ptLst>
  <dgm:cxnLst>
    <dgm:cxn modelId="{74492E60-01B7-4F8F-BFAA-8EBB4D747F08}" srcId="{A82698A1-8141-4F83-9DBA-A0BE5FF17F2C}" destId="{C21D8E67-08ED-41BD-905F-8375DC63C98F}" srcOrd="6" destOrd="0" parTransId="{BCABB16E-1E69-4B0A-A348-DB25DC030E6A}" sibTransId="{1FE6C546-A6F3-445C-AC5A-C9246AC5B5E7}"/>
    <dgm:cxn modelId="{41AEEBED-280F-45DF-A387-DADBB96F38AA}" type="presOf" srcId="{2496F26D-116E-454D-A761-08716807F755}" destId="{B0221EA8-6580-454A-BF98-778D65617593}" srcOrd="0" destOrd="0" presId="urn:microsoft.com/office/officeart/2018/2/layout/IconVerticalSolidList"/>
    <dgm:cxn modelId="{DA1DE244-017C-456F-A4DF-6E09514D8BE0}" type="presOf" srcId="{D0EA7CA0-586A-419A-9427-D86F03714235}" destId="{3D34614B-3189-4F09-87CA-E1D83C5234F9}" srcOrd="0" destOrd="0" presId="urn:microsoft.com/office/officeart/2018/2/layout/IconVerticalSolidList"/>
    <dgm:cxn modelId="{6A099357-92BE-4D32-AA1C-A72ADCA0A7BA}" srcId="{A82698A1-8141-4F83-9DBA-A0BE5FF17F2C}" destId="{EAC88348-07E3-42E4-B8C0-40E56357475C}" srcOrd="5" destOrd="0" parTransId="{61643F4A-AABD-4645-8A1F-E5E6D2DC4E9C}" sibTransId="{79BD162E-6C50-494E-9E7C-5942B3DC9CB8}"/>
    <dgm:cxn modelId="{678EFBE1-D858-4039-8025-BF704AD0C405}" type="presOf" srcId="{762B219A-2909-4004-B7E9-7D561D76AC01}" destId="{091EACFC-46C9-4291-98D8-7382D6C56AB7}" srcOrd="0" destOrd="0" presId="urn:microsoft.com/office/officeart/2018/2/layout/IconVerticalSolidList"/>
    <dgm:cxn modelId="{FA322E9A-48ED-4027-BA91-A6BEC93574D5}" srcId="{A82698A1-8141-4F83-9DBA-A0BE5FF17F2C}" destId="{C502F4D1-D52C-4724-8695-89BAE9DADAE2}" srcOrd="4" destOrd="0" parTransId="{2174EB64-9044-49DB-B664-3ECADC0AFF17}" sibTransId="{77C7DCE7-5EDF-43AD-9F02-A4013783D0E9}"/>
    <dgm:cxn modelId="{6ABD62F8-8AEE-4025-A61F-2C7097B13477}" srcId="{A82698A1-8141-4F83-9DBA-A0BE5FF17F2C}" destId="{FD7C23A5-FF1D-4A01-BE21-074129181F08}" srcOrd="1" destOrd="0" parTransId="{46D4A25F-464C-4771-916A-A9F780828D11}" sibTransId="{C5716C62-D30C-47C7-B5D5-89EE7E66BF91}"/>
    <dgm:cxn modelId="{6AAFE1E6-932F-49CB-9492-F9D319EA63F2}" type="presOf" srcId="{C21D8E67-08ED-41BD-905F-8375DC63C98F}" destId="{895D3707-58D8-46B4-A735-B51588EC2A97}" srcOrd="0" destOrd="0" presId="urn:microsoft.com/office/officeart/2018/2/layout/IconVerticalSolidList"/>
    <dgm:cxn modelId="{CD429502-3BCD-4CE4-91C1-BC502B79AD01}" srcId="{A82698A1-8141-4F83-9DBA-A0BE5FF17F2C}" destId="{762B219A-2909-4004-B7E9-7D561D76AC01}" srcOrd="0" destOrd="0" parTransId="{216344D7-88B6-4446-8292-2359FB110A6B}" sibTransId="{2D38AC41-1A6D-4182-803E-650CF8255367}"/>
    <dgm:cxn modelId="{82D93FD7-5FEA-4E76-8CD7-6FADD7606EF4}" type="presOf" srcId="{EAC88348-07E3-42E4-B8C0-40E56357475C}" destId="{62FC5671-F580-43B8-8646-320F2599EB08}" srcOrd="0" destOrd="0" presId="urn:microsoft.com/office/officeart/2018/2/layout/IconVerticalSolidList"/>
    <dgm:cxn modelId="{8CFB6A1E-28CB-4520-BB9D-3DBD4D5DEB46}" srcId="{A82698A1-8141-4F83-9DBA-A0BE5FF17F2C}" destId="{2496F26D-116E-454D-A761-08716807F755}" srcOrd="3" destOrd="0" parTransId="{6ECFF4F8-C606-47DF-AFC5-3F9F9CE2D104}" sibTransId="{F89ACC0A-8341-48E0-9C66-1750785773F9}"/>
    <dgm:cxn modelId="{BCDB06DE-61FB-4B64-82EB-9A2002651835}" type="presOf" srcId="{A82698A1-8141-4F83-9DBA-A0BE5FF17F2C}" destId="{BB6122E9-9255-484B-A74F-D31D730E6702}" srcOrd="0" destOrd="0" presId="urn:microsoft.com/office/officeart/2018/2/layout/IconVerticalSolidList"/>
    <dgm:cxn modelId="{8C9F07F4-AC3C-43F5-83AC-BA016530BB77}" type="presOf" srcId="{FD7C23A5-FF1D-4A01-BE21-074129181F08}" destId="{02F0FB09-B7C2-42F3-881D-BE2090F2BA0A}" srcOrd="0" destOrd="0" presId="urn:microsoft.com/office/officeart/2018/2/layout/IconVerticalSolidList"/>
    <dgm:cxn modelId="{599A58A2-52BC-4B5E-B350-9386B1676A20}" srcId="{A82698A1-8141-4F83-9DBA-A0BE5FF17F2C}" destId="{D0EA7CA0-586A-419A-9427-D86F03714235}" srcOrd="2" destOrd="0" parTransId="{B0458FF8-12C8-4B11-8CA2-2116772FC0D8}" sibTransId="{E873EC61-6DE7-47FC-BA99-DE266ECD1B4A}"/>
    <dgm:cxn modelId="{7DE31BC7-1569-49A4-8CA2-7659C8449B05}" type="presOf" srcId="{C502F4D1-D52C-4724-8695-89BAE9DADAE2}" destId="{D342E5A8-DEEB-421A-AABE-123E7CAEF3B4}" srcOrd="0" destOrd="0" presId="urn:microsoft.com/office/officeart/2018/2/layout/IconVerticalSolidList"/>
    <dgm:cxn modelId="{BD957E45-AB21-46C6-8EEE-053E6F87BB6A}" type="presParOf" srcId="{BB6122E9-9255-484B-A74F-D31D730E6702}" destId="{E56AD12A-95B2-4E8F-9EC3-905829DBC2C3}" srcOrd="0" destOrd="0" presId="urn:microsoft.com/office/officeart/2018/2/layout/IconVerticalSolidList"/>
    <dgm:cxn modelId="{D2AF7A38-BAAB-479D-8C98-8781D2306653}" type="presParOf" srcId="{E56AD12A-95B2-4E8F-9EC3-905829DBC2C3}" destId="{17EFD09D-D5E8-42FB-90E2-DB9CB24D7467}" srcOrd="0" destOrd="0" presId="urn:microsoft.com/office/officeart/2018/2/layout/IconVerticalSolidList"/>
    <dgm:cxn modelId="{BE1FA9FB-1FD0-451F-B451-5EA84C8072B4}" type="presParOf" srcId="{E56AD12A-95B2-4E8F-9EC3-905829DBC2C3}" destId="{F26266B9-9799-4B70-BB98-FAD304F27B9D}" srcOrd="1" destOrd="0" presId="urn:microsoft.com/office/officeart/2018/2/layout/IconVerticalSolidList"/>
    <dgm:cxn modelId="{CBC9AEFB-6273-46A0-86EE-6450816335F8}" type="presParOf" srcId="{E56AD12A-95B2-4E8F-9EC3-905829DBC2C3}" destId="{34A113D2-CE90-44DD-9D59-4A78EEF9A308}" srcOrd="2" destOrd="0" presId="urn:microsoft.com/office/officeart/2018/2/layout/IconVerticalSolidList"/>
    <dgm:cxn modelId="{1342F24E-B7CA-4CB8-B266-AC17DBF083D1}" type="presParOf" srcId="{E56AD12A-95B2-4E8F-9EC3-905829DBC2C3}" destId="{091EACFC-46C9-4291-98D8-7382D6C56AB7}" srcOrd="3" destOrd="0" presId="urn:microsoft.com/office/officeart/2018/2/layout/IconVerticalSolidList"/>
    <dgm:cxn modelId="{04FBD8C2-6512-4AC7-8451-D7EF958CCF87}" type="presParOf" srcId="{BB6122E9-9255-484B-A74F-D31D730E6702}" destId="{213EE61D-93F6-4F8D-BCBA-C8987180DD7B}" srcOrd="1" destOrd="0" presId="urn:microsoft.com/office/officeart/2018/2/layout/IconVerticalSolidList"/>
    <dgm:cxn modelId="{C138E363-962A-4B40-AA7E-54CB61D3F320}" type="presParOf" srcId="{BB6122E9-9255-484B-A74F-D31D730E6702}" destId="{8193B8CA-FC31-4AA8-8B4B-F967221E89F4}" srcOrd="2" destOrd="0" presId="urn:microsoft.com/office/officeart/2018/2/layout/IconVerticalSolidList"/>
    <dgm:cxn modelId="{7BD7BFDB-1483-4FF4-B8FB-5CF54C8902B9}" type="presParOf" srcId="{8193B8CA-FC31-4AA8-8B4B-F967221E89F4}" destId="{8B53FD3D-1BEC-4EDC-90FC-B58AA7D16C5B}" srcOrd="0" destOrd="0" presId="urn:microsoft.com/office/officeart/2018/2/layout/IconVerticalSolidList"/>
    <dgm:cxn modelId="{C760E036-168B-46D5-8AE3-D7655140BA59}" type="presParOf" srcId="{8193B8CA-FC31-4AA8-8B4B-F967221E89F4}" destId="{30601152-8E73-416B-9E3C-5E9E767CA923}" srcOrd="1" destOrd="0" presId="urn:microsoft.com/office/officeart/2018/2/layout/IconVerticalSolidList"/>
    <dgm:cxn modelId="{4205DFA4-3B46-4EAA-864C-5B0774CE4FEC}" type="presParOf" srcId="{8193B8CA-FC31-4AA8-8B4B-F967221E89F4}" destId="{B183ED4D-AB8A-4202-A405-458882C519B7}" srcOrd="2" destOrd="0" presId="urn:microsoft.com/office/officeart/2018/2/layout/IconVerticalSolidList"/>
    <dgm:cxn modelId="{F399E369-76EA-4D5D-BC54-A18AFC83C42B}" type="presParOf" srcId="{8193B8CA-FC31-4AA8-8B4B-F967221E89F4}" destId="{02F0FB09-B7C2-42F3-881D-BE2090F2BA0A}" srcOrd="3" destOrd="0" presId="urn:microsoft.com/office/officeart/2018/2/layout/IconVerticalSolidList"/>
    <dgm:cxn modelId="{805F3F46-F99D-40D7-8A28-F8B69BD80DF5}" type="presParOf" srcId="{BB6122E9-9255-484B-A74F-D31D730E6702}" destId="{9FDF4152-E59B-4836-9006-29997C81D215}" srcOrd="3" destOrd="0" presId="urn:microsoft.com/office/officeart/2018/2/layout/IconVerticalSolidList"/>
    <dgm:cxn modelId="{F1AD6827-F883-4BD5-9023-C757082371A7}" type="presParOf" srcId="{BB6122E9-9255-484B-A74F-D31D730E6702}" destId="{3C3B0E85-77E5-4293-83A0-9FB687A53F2B}" srcOrd="4" destOrd="0" presId="urn:microsoft.com/office/officeart/2018/2/layout/IconVerticalSolidList"/>
    <dgm:cxn modelId="{7AB0FA71-DBE6-4799-A72E-3ECD1DF351B1}" type="presParOf" srcId="{3C3B0E85-77E5-4293-83A0-9FB687A53F2B}" destId="{E6C64D58-4937-4A2E-8E94-9FF192F23F46}" srcOrd="0" destOrd="0" presId="urn:microsoft.com/office/officeart/2018/2/layout/IconVerticalSolidList"/>
    <dgm:cxn modelId="{D532FEE6-4BD6-408D-810A-A0E34FAD5ADE}" type="presParOf" srcId="{3C3B0E85-77E5-4293-83A0-9FB687A53F2B}" destId="{19B2EBE4-499F-4EDA-9BBA-4775B6EA0110}" srcOrd="1" destOrd="0" presId="urn:microsoft.com/office/officeart/2018/2/layout/IconVerticalSolidList"/>
    <dgm:cxn modelId="{8523B8DF-05AA-41A1-8F13-F54B396B786C}" type="presParOf" srcId="{3C3B0E85-77E5-4293-83A0-9FB687A53F2B}" destId="{48CBF038-E759-482C-B2B0-8A411DDA1CB1}" srcOrd="2" destOrd="0" presId="urn:microsoft.com/office/officeart/2018/2/layout/IconVerticalSolidList"/>
    <dgm:cxn modelId="{FEA1185D-2E32-430D-89FB-A01E40D9B2E3}" type="presParOf" srcId="{3C3B0E85-77E5-4293-83A0-9FB687A53F2B}" destId="{3D34614B-3189-4F09-87CA-E1D83C5234F9}" srcOrd="3" destOrd="0" presId="urn:microsoft.com/office/officeart/2018/2/layout/IconVerticalSolidList"/>
    <dgm:cxn modelId="{4DF22196-5A9D-4CFE-A24A-24815FDC9BEF}" type="presParOf" srcId="{BB6122E9-9255-484B-A74F-D31D730E6702}" destId="{ACBE33EC-ACAE-4DB7-A799-F2D3D1061B2A}" srcOrd="5" destOrd="0" presId="urn:microsoft.com/office/officeart/2018/2/layout/IconVerticalSolidList"/>
    <dgm:cxn modelId="{10453133-7C82-4B01-8257-FDFDFBF6F5F4}" type="presParOf" srcId="{BB6122E9-9255-484B-A74F-D31D730E6702}" destId="{5600B14C-355C-4E31-8538-1B274A129293}" srcOrd="6" destOrd="0" presId="urn:microsoft.com/office/officeart/2018/2/layout/IconVerticalSolidList"/>
    <dgm:cxn modelId="{87210476-37BD-4158-82D1-C8CDE53830E5}" type="presParOf" srcId="{5600B14C-355C-4E31-8538-1B274A129293}" destId="{26135693-8A39-4460-87AD-0B18316379BB}" srcOrd="0" destOrd="0" presId="urn:microsoft.com/office/officeart/2018/2/layout/IconVerticalSolidList"/>
    <dgm:cxn modelId="{9C95658E-AC0A-49DC-9C86-3E02ABF37AA6}" type="presParOf" srcId="{5600B14C-355C-4E31-8538-1B274A129293}" destId="{94AE0CC9-8194-4AB7-8D4E-3E97F51EE3E5}" srcOrd="1" destOrd="0" presId="urn:microsoft.com/office/officeart/2018/2/layout/IconVerticalSolidList"/>
    <dgm:cxn modelId="{B9F93F4B-7DE9-45D8-8BCF-CEEA99E63D15}" type="presParOf" srcId="{5600B14C-355C-4E31-8538-1B274A129293}" destId="{207D1F5D-C633-421E-978E-37E89662D7AB}" srcOrd="2" destOrd="0" presId="urn:microsoft.com/office/officeart/2018/2/layout/IconVerticalSolidList"/>
    <dgm:cxn modelId="{8B566A2C-C556-47E1-91DA-C2C810ABD149}" type="presParOf" srcId="{5600B14C-355C-4E31-8538-1B274A129293}" destId="{B0221EA8-6580-454A-BF98-778D65617593}" srcOrd="3" destOrd="0" presId="urn:microsoft.com/office/officeart/2018/2/layout/IconVerticalSolidList"/>
    <dgm:cxn modelId="{E7C49656-F3E3-481F-9226-08DC9A05A3C0}" type="presParOf" srcId="{BB6122E9-9255-484B-A74F-D31D730E6702}" destId="{0CC8C3D4-D39B-42F7-BCFD-48D77B4FB2DA}" srcOrd="7" destOrd="0" presId="urn:microsoft.com/office/officeart/2018/2/layout/IconVerticalSolidList"/>
    <dgm:cxn modelId="{BE78A127-1BF2-4C85-9D1F-958F159756BF}" type="presParOf" srcId="{BB6122E9-9255-484B-A74F-D31D730E6702}" destId="{591913F9-5A34-428C-8F6D-AE8F508068B2}" srcOrd="8" destOrd="0" presId="urn:microsoft.com/office/officeart/2018/2/layout/IconVerticalSolidList"/>
    <dgm:cxn modelId="{18815800-FFE1-4ED0-B502-4C11F139214C}" type="presParOf" srcId="{591913F9-5A34-428C-8F6D-AE8F508068B2}" destId="{C522E62E-6220-47E2-8757-5212CFBB9A46}" srcOrd="0" destOrd="0" presId="urn:microsoft.com/office/officeart/2018/2/layout/IconVerticalSolidList"/>
    <dgm:cxn modelId="{3073B8BF-36F1-4DCF-8719-9DA51D94CD46}" type="presParOf" srcId="{591913F9-5A34-428C-8F6D-AE8F508068B2}" destId="{B1D9C168-C04A-4550-8C96-C5CF342B3343}" srcOrd="1" destOrd="0" presId="urn:microsoft.com/office/officeart/2018/2/layout/IconVerticalSolidList"/>
    <dgm:cxn modelId="{0E472FE2-BE52-486D-A8A8-F60FC33DC24B}" type="presParOf" srcId="{591913F9-5A34-428C-8F6D-AE8F508068B2}" destId="{6AD28CDF-6657-4514-9FE1-B9F30ADCF354}" srcOrd="2" destOrd="0" presId="urn:microsoft.com/office/officeart/2018/2/layout/IconVerticalSolidList"/>
    <dgm:cxn modelId="{38FBD875-634B-460D-862C-786C0FB6E178}" type="presParOf" srcId="{591913F9-5A34-428C-8F6D-AE8F508068B2}" destId="{D342E5A8-DEEB-421A-AABE-123E7CAEF3B4}" srcOrd="3" destOrd="0" presId="urn:microsoft.com/office/officeart/2018/2/layout/IconVerticalSolidList"/>
    <dgm:cxn modelId="{69324BE1-AF21-45A3-9804-B6034C9629D9}" type="presParOf" srcId="{BB6122E9-9255-484B-A74F-D31D730E6702}" destId="{EB2E352A-C9F4-4D79-BE45-E3CA11928375}" srcOrd="9" destOrd="0" presId="urn:microsoft.com/office/officeart/2018/2/layout/IconVerticalSolidList"/>
    <dgm:cxn modelId="{D7F3F668-EA9E-489F-83DA-D0E9CD6B17A6}" type="presParOf" srcId="{BB6122E9-9255-484B-A74F-D31D730E6702}" destId="{D0082777-42ED-4834-8C4A-44287807A8C2}" srcOrd="10" destOrd="0" presId="urn:microsoft.com/office/officeart/2018/2/layout/IconVerticalSolidList"/>
    <dgm:cxn modelId="{3BA06AD2-CAA5-440B-B4DE-0ED6BF9D0BA2}" type="presParOf" srcId="{D0082777-42ED-4834-8C4A-44287807A8C2}" destId="{E2258C5E-144B-4627-A157-8F9319C21204}" srcOrd="0" destOrd="0" presId="urn:microsoft.com/office/officeart/2018/2/layout/IconVerticalSolidList"/>
    <dgm:cxn modelId="{B3DCAB05-0101-4AF5-B11C-CAD153A2AECC}" type="presParOf" srcId="{D0082777-42ED-4834-8C4A-44287807A8C2}" destId="{81BE68C8-F8EA-4F89-A381-0A89ED784A8C}" srcOrd="1" destOrd="0" presId="urn:microsoft.com/office/officeart/2018/2/layout/IconVerticalSolidList"/>
    <dgm:cxn modelId="{7837FB67-50CA-498C-B030-6E1594D6A12A}" type="presParOf" srcId="{D0082777-42ED-4834-8C4A-44287807A8C2}" destId="{0D29F879-2D3D-42E5-971D-7FC087857642}" srcOrd="2" destOrd="0" presId="urn:microsoft.com/office/officeart/2018/2/layout/IconVerticalSolidList"/>
    <dgm:cxn modelId="{28D67AB1-ACD0-46BC-9739-DC3221C26F64}" type="presParOf" srcId="{D0082777-42ED-4834-8C4A-44287807A8C2}" destId="{62FC5671-F580-43B8-8646-320F2599EB08}" srcOrd="3" destOrd="0" presId="urn:microsoft.com/office/officeart/2018/2/layout/IconVerticalSolidList"/>
    <dgm:cxn modelId="{95CD7B0B-3BF5-4270-A57A-31810929A168}" type="presParOf" srcId="{BB6122E9-9255-484B-A74F-D31D730E6702}" destId="{5DA578E6-21F7-418A-A800-A9376C10CD86}" srcOrd="11" destOrd="0" presId="urn:microsoft.com/office/officeart/2018/2/layout/IconVerticalSolidList"/>
    <dgm:cxn modelId="{D09E9B00-A03E-4400-910E-8B18266F8A4E}" type="presParOf" srcId="{BB6122E9-9255-484B-A74F-D31D730E6702}" destId="{A0D8D1A2-C20C-4833-B256-E395B6F926B0}" srcOrd="12" destOrd="0" presId="urn:microsoft.com/office/officeart/2018/2/layout/IconVerticalSolidList"/>
    <dgm:cxn modelId="{6304CEB0-1928-40AF-A317-6D772AE39831}" type="presParOf" srcId="{A0D8D1A2-C20C-4833-B256-E395B6F926B0}" destId="{8A999466-87EE-44AF-B464-1470E54FCAEE}" srcOrd="0" destOrd="0" presId="urn:microsoft.com/office/officeart/2018/2/layout/IconVerticalSolidList"/>
    <dgm:cxn modelId="{B894A4F8-D47A-4B07-874E-B4AAF283AFCD}" type="presParOf" srcId="{A0D8D1A2-C20C-4833-B256-E395B6F926B0}" destId="{B1E79F3E-1594-4A39-B695-E83E6F0C603C}" srcOrd="1" destOrd="0" presId="urn:microsoft.com/office/officeart/2018/2/layout/IconVerticalSolidList"/>
    <dgm:cxn modelId="{39F2CAA0-A13B-43EF-A021-903CD97B04FD}" type="presParOf" srcId="{A0D8D1A2-C20C-4833-B256-E395B6F926B0}" destId="{76909E8A-4B92-4C46-8C6A-9D4F8FDD0E4E}" srcOrd="2" destOrd="0" presId="urn:microsoft.com/office/officeart/2018/2/layout/IconVerticalSolidList"/>
    <dgm:cxn modelId="{EE49DC1E-41EE-4427-9A8E-0A3F4A6C6800}" type="presParOf" srcId="{A0D8D1A2-C20C-4833-B256-E395B6F926B0}" destId="{895D3707-58D8-46B4-A735-B51588EC2A9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B81A02-2F6C-470B-8837-3949C72DB8A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15478ED-727C-4D1F-BF22-F4B1486380C0}">
      <dgm:prSet/>
      <dgm:spPr/>
      <dgm:t>
        <a:bodyPr/>
        <a:lstStyle/>
        <a:p>
          <a:r>
            <a:rPr lang="en-IN" b="1"/>
            <a:t>React.js</a:t>
          </a:r>
          <a:r>
            <a:rPr lang="en-IN"/>
            <a:t> – Frontend user interface </a:t>
          </a:r>
          <a:endParaRPr lang="en-US"/>
        </a:p>
      </dgm:t>
    </dgm:pt>
    <dgm:pt modelId="{C425057A-AD3D-475C-A1A6-A3F8EAFDA7E2}" type="parTrans" cxnId="{C79C4A83-571F-430C-8AC3-7ED1AD939E2F}">
      <dgm:prSet/>
      <dgm:spPr/>
      <dgm:t>
        <a:bodyPr/>
        <a:lstStyle/>
        <a:p>
          <a:endParaRPr lang="en-US"/>
        </a:p>
      </dgm:t>
    </dgm:pt>
    <dgm:pt modelId="{0FCE807E-B792-4DA2-A471-DA65901B606F}" type="sibTrans" cxnId="{C79C4A83-571F-430C-8AC3-7ED1AD939E2F}">
      <dgm:prSet/>
      <dgm:spPr/>
      <dgm:t>
        <a:bodyPr/>
        <a:lstStyle/>
        <a:p>
          <a:endParaRPr lang="en-US"/>
        </a:p>
      </dgm:t>
    </dgm:pt>
    <dgm:pt modelId="{1D61EBF4-9BD2-41AE-AE0E-B8598BBC4F9A}">
      <dgm:prSet/>
      <dgm:spPr/>
      <dgm:t>
        <a:bodyPr/>
        <a:lstStyle/>
        <a:p>
          <a:r>
            <a:rPr lang="en-IN" b="1"/>
            <a:t>FastAPI (Python)</a:t>
          </a:r>
          <a:r>
            <a:rPr lang="en-IN"/>
            <a:t> – Backend REST APIs </a:t>
          </a:r>
          <a:endParaRPr lang="en-US"/>
        </a:p>
      </dgm:t>
    </dgm:pt>
    <dgm:pt modelId="{400DD80A-B9C5-43EE-BE6F-16623E16112F}" type="parTrans" cxnId="{CCD763FF-BAF8-4128-AEB2-8F4850230512}">
      <dgm:prSet/>
      <dgm:spPr/>
      <dgm:t>
        <a:bodyPr/>
        <a:lstStyle/>
        <a:p>
          <a:endParaRPr lang="en-US"/>
        </a:p>
      </dgm:t>
    </dgm:pt>
    <dgm:pt modelId="{9E44AE14-1D2E-4256-9724-9CA90EFA80A6}" type="sibTrans" cxnId="{CCD763FF-BAF8-4128-AEB2-8F4850230512}">
      <dgm:prSet/>
      <dgm:spPr/>
      <dgm:t>
        <a:bodyPr/>
        <a:lstStyle/>
        <a:p>
          <a:endParaRPr lang="en-US"/>
        </a:p>
      </dgm:t>
    </dgm:pt>
    <dgm:pt modelId="{7CF27270-9873-49BD-B7DB-6B924D8E16F9}">
      <dgm:prSet/>
      <dgm:spPr/>
      <dgm:t>
        <a:bodyPr/>
        <a:lstStyle/>
        <a:p>
          <a:r>
            <a:rPr lang="en-IN" b="1"/>
            <a:t>PostgreSQL</a:t>
          </a:r>
          <a:r>
            <a:rPr lang="en-IN"/>
            <a:t> – Database for users, courses, and learning progress </a:t>
          </a:r>
          <a:endParaRPr lang="en-US"/>
        </a:p>
      </dgm:t>
    </dgm:pt>
    <dgm:pt modelId="{621588AB-E0B1-43B7-B56A-1CF9ACAC9978}" type="parTrans" cxnId="{00E5B2AC-6562-4E40-A659-9F1A58E57FFE}">
      <dgm:prSet/>
      <dgm:spPr/>
      <dgm:t>
        <a:bodyPr/>
        <a:lstStyle/>
        <a:p>
          <a:endParaRPr lang="en-US"/>
        </a:p>
      </dgm:t>
    </dgm:pt>
    <dgm:pt modelId="{511E9315-9F29-47E1-A956-EDADE8AAE2AE}" type="sibTrans" cxnId="{00E5B2AC-6562-4E40-A659-9F1A58E57FFE}">
      <dgm:prSet/>
      <dgm:spPr/>
      <dgm:t>
        <a:bodyPr/>
        <a:lstStyle/>
        <a:p>
          <a:endParaRPr lang="en-US"/>
        </a:p>
      </dgm:t>
    </dgm:pt>
    <dgm:pt modelId="{A00635F4-0BC6-461A-A082-F3032A7A8C96}">
      <dgm:prSet/>
      <dgm:spPr/>
      <dgm:t>
        <a:bodyPr/>
        <a:lstStyle/>
        <a:p>
          <a:r>
            <a:rPr lang="en-IN" b="1"/>
            <a:t>LLM API</a:t>
          </a:r>
          <a:r>
            <a:rPr lang="en-IN"/>
            <a:t> – AI-powered analysis and personalized course recommendations </a:t>
          </a:r>
          <a:endParaRPr lang="en-US"/>
        </a:p>
      </dgm:t>
    </dgm:pt>
    <dgm:pt modelId="{5772A251-184F-408B-ADF2-B2C1C49BB728}" type="parTrans" cxnId="{B45A672B-5315-4B76-BD67-44C8626FDDB4}">
      <dgm:prSet/>
      <dgm:spPr/>
      <dgm:t>
        <a:bodyPr/>
        <a:lstStyle/>
        <a:p>
          <a:endParaRPr lang="en-US"/>
        </a:p>
      </dgm:t>
    </dgm:pt>
    <dgm:pt modelId="{6ADA601C-1E5E-4467-B4F5-3832661EA0AF}" type="sibTrans" cxnId="{B45A672B-5315-4B76-BD67-44C8626FDDB4}">
      <dgm:prSet/>
      <dgm:spPr/>
      <dgm:t>
        <a:bodyPr/>
        <a:lstStyle/>
        <a:p>
          <a:endParaRPr lang="en-US"/>
        </a:p>
      </dgm:t>
    </dgm:pt>
    <dgm:pt modelId="{45D9343A-A1EA-4914-8A59-A6675393065E}">
      <dgm:prSet/>
      <dgm:spPr/>
      <dgm:t>
        <a:bodyPr/>
        <a:lstStyle/>
        <a:p>
          <a:r>
            <a:rPr lang="en-IN" b="1"/>
            <a:t>Docker</a:t>
          </a:r>
          <a:r>
            <a:rPr lang="en-IN"/>
            <a:t> – Application containerization and deployment </a:t>
          </a:r>
          <a:endParaRPr lang="en-US"/>
        </a:p>
      </dgm:t>
    </dgm:pt>
    <dgm:pt modelId="{FD19FCCD-8CA7-4E24-8FC8-67081F161BFB}" type="parTrans" cxnId="{23321BC2-FEB1-4983-9FD7-78768A5BEE22}">
      <dgm:prSet/>
      <dgm:spPr/>
      <dgm:t>
        <a:bodyPr/>
        <a:lstStyle/>
        <a:p>
          <a:endParaRPr lang="en-US"/>
        </a:p>
      </dgm:t>
    </dgm:pt>
    <dgm:pt modelId="{6EFB5D20-1145-43EA-BC98-E51F4820AD5D}" type="sibTrans" cxnId="{23321BC2-FEB1-4983-9FD7-78768A5BEE22}">
      <dgm:prSet/>
      <dgm:spPr/>
      <dgm:t>
        <a:bodyPr/>
        <a:lstStyle/>
        <a:p>
          <a:endParaRPr lang="en-US"/>
        </a:p>
      </dgm:t>
    </dgm:pt>
    <dgm:pt modelId="{59CE8336-D2AD-4780-B8F9-B9A98ABFF05B}">
      <dgm:prSet/>
      <dgm:spPr/>
      <dgm:t>
        <a:bodyPr/>
        <a:lstStyle/>
        <a:p>
          <a:r>
            <a:rPr lang="en-IN" b="1"/>
            <a:t>GitHub</a:t>
          </a:r>
          <a:r>
            <a:rPr lang="en-IN"/>
            <a:t> – Source code management </a:t>
          </a:r>
          <a:endParaRPr lang="en-US"/>
        </a:p>
      </dgm:t>
    </dgm:pt>
    <dgm:pt modelId="{8A2E547F-C14B-4BCE-B6FB-F09830013E58}" type="parTrans" cxnId="{4EEC5B9F-8F69-4890-A74B-57A82ABE8E66}">
      <dgm:prSet/>
      <dgm:spPr/>
      <dgm:t>
        <a:bodyPr/>
        <a:lstStyle/>
        <a:p>
          <a:endParaRPr lang="en-US"/>
        </a:p>
      </dgm:t>
    </dgm:pt>
    <dgm:pt modelId="{EA4173D5-A1EC-4E64-8D8A-83A88268737D}" type="sibTrans" cxnId="{4EEC5B9F-8F69-4890-A74B-57A82ABE8E66}">
      <dgm:prSet/>
      <dgm:spPr/>
      <dgm:t>
        <a:bodyPr/>
        <a:lstStyle/>
        <a:p>
          <a:endParaRPr lang="en-US"/>
        </a:p>
      </dgm:t>
    </dgm:pt>
    <dgm:pt modelId="{7775A1BD-121D-42A8-BB9D-D8F9E4FD2CBF}">
      <dgm:prSet/>
      <dgm:spPr/>
      <dgm:t>
        <a:bodyPr/>
        <a:lstStyle/>
        <a:p>
          <a:r>
            <a:rPr lang="en-IN" b="1"/>
            <a:t>GitHub Actions</a:t>
          </a:r>
          <a:r>
            <a:rPr lang="en-IN"/>
            <a:t> – CI/CD automation </a:t>
          </a:r>
          <a:endParaRPr lang="en-US"/>
        </a:p>
      </dgm:t>
    </dgm:pt>
    <dgm:pt modelId="{1015746D-D77E-46B1-9CE4-EB6FF9FA54DD}" type="parTrans" cxnId="{C42589C4-5299-4E63-B857-73479A89ACBE}">
      <dgm:prSet/>
      <dgm:spPr/>
      <dgm:t>
        <a:bodyPr/>
        <a:lstStyle/>
        <a:p>
          <a:endParaRPr lang="en-US"/>
        </a:p>
      </dgm:t>
    </dgm:pt>
    <dgm:pt modelId="{6E3C6CAC-27BB-40E7-9D04-48933ECFBCA8}" type="sibTrans" cxnId="{C42589C4-5299-4E63-B857-73479A89ACBE}">
      <dgm:prSet/>
      <dgm:spPr/>
      <dgm:t>
        <a:bodyPr/>
        <a:lstStyle/>
        <a:p>
          <a:endParaRPr lang="en-US"/>
        </a:p>
      </dgm:t>
    </dgm:pt>
    <dgm:pt modelId="{AFD819B2-8EA4-471E-8BB2-B10B002E6957}">
      <dgm:prSet/>
      <dgm:spPr/>
      <dgm:t>
        <a:bodyPr/>
        <a:lstStyle/>
        <a:p>
          <a:r>
            <a:rPr lang="en-IN" b="1"/>
            <a:t>SonarQube</a:t>
          </a:r>
          <a:r>
            <a:rPr lang="en-IN"/>
            <a:t> – Code quality and security analysis </a:t>
          </a:r>
          <a:endParaRPr lang="en-US"/>
        </a:p>
      </dgm:t>
    </dgm:pt>
    <dgm:pt modelId="{A1D483A9-7465-4C09-8F99-43C9D56E7AE9}" type="parTrans" cxnId="{29EA95B3-F11C-4204-A38C-6C5F0245D4F8}">
      <dgm:prSet/>
      <dgm:spPr/>
      <dgm:t>
        <a:bodyPr/>
        <a:lstStyle/>
        <a:p>
          <a:endParaRPr lang="en-US"/>
        </a:p>
      </dgm:t>
    </dgm:pt>
    <dgm:pt modelId="{01F9EF3C-7363-440A-9742-1E72C740BC3A}" type="sibTrans" cxnId="{29EA95B3-F11C-4204-A38C-6C5F0245D4F8}">
      <dgm:prSet/>
      <dgm:spPr/>
      <dgm:t>
        <a:bodyPr/>
        <a:lstStyle/>
        <a:p>
          <a:endParaRPr lang="en-US"/>
        </a:p>
      </dgm:t>
    </dgm:pt>
    <dgm:pt modelId="{61F07B76-9B9E-4DD6-B722-3878D4C403DA}">
      <dgm:prSet/>
      <dgm:spPr/>
      <dgm:t>
        <a:bodyPr/>
        <a:lstStyle/>
        <a:p>
          <a:r>
            <a:rPr lang="en-IN" b="1"/>
            <a:t>Postman</a:t>
          </a:r>
          <a:r>
            <a:rPr lang="en-IN"/>
            <a:t> – API testing </a:t>
          </a:r>
          <a:endParaRPr lang="en-US"/>
        </a:p>
      </dgm:t>
    </dgm:pt>
    <dgm:pt modelId="{B838F2A3-470B-4F8F-B9F2-C64EBFC5CE0F}" type="parTrans" cxnId="{FF1E4D26-1A0E-474C-A93B-B2884FB318D7}">
      <dgm:prSet/>
      <dgm:spPr/>
      <dgm:t>
        <a:bodyPr/>
        <a:lstStyle/>
        <a:p>
          <a:endParaRPr lang="en-US"/>
        </a:p>
      </dgm:t>
    </dgm:pt>
    <dgm:pt modelId="{1A7C1EC0-3AB0-44A9-A23D-0F9E0C08994D}" type="sibTrans" cxnId="{FF1E4D26-1A0E-474C-A93B-B2884FB318D7}">
      <dgm:prSet/>
      <dgm:spPr/>
      <dgm:t>
        <a:bodyPr/>
        <a:lstStyle/>
        <a:p>
          <a:endParaRPr lang="en-US"/>
        </a:p>
      </dgm:t>
    </dgm:pt>
    <dgm:pt modelId="{4BD532E7-8614-4095-AC86-CBD1A74C4BB6}">
      <dgm:prSet/>
      <dgm:spPr/>
      <dgm:t>
        <a:bodyPr/>
        <a:lstStyle/>
        <a:p>
          <a:r>
            <a:rPr lang="en-IN" b="1"/>
            <a:t>Prometheus</a:t>
          </a:r>
          <a:r>
            <a:rPr lang="en-IN"/>
            <a:t> – Application and system metrics </a:t>
          </a:r>
          <a:endParaRPr lang="en-US"/>
        </a:p>
      </dgm:t>
    </dgm:pt>
    <dgm:pt modelId="{9F4D3237-D8D3-42B8-AB00-4A8A6D5D7778}" type="parTrans" cxnId="{EAA68760-36F7-4D5F-89D7-DF7E19FC6D4E}">
      <dgm:prSet/>
      <dgm:spPr/>
      <dgm:t>
        <a:bodyPr/>
        <a:lstStyle/>
        <a:p>
          <a:endParaRPr lang="en-US"/>
        </a:p>
      </dgm:t>
    </dgm:pt>
    <dgm:pt modelId="{D1AADA4C-A893-4F34-9451-CB7CF49AB70C}" type="sibTrans" cxnId="{EAA68760-36F7-4D5F-89D7-DF7E19FC6D4E}">
      <dgm:prSet/>
      <dgm:spPr/>
      <dgm:t>
        <a:bodyPr/>
        <a:lstStyle/>
        <a:p>
          <a:endParaRPr lang="en-US"/>
        </a:p>
      </dgm:t>
    </dgm:pt>
    <dgm:pt modelId="{8932F4EF-6B72-42EE-978E-FD2472338575}">
      <dgm:prSet/>
      <dgm:spPr/>
      <dgm:t>
        <a:bodyPr/>
        <a:lstStyle/>
        <a:p>
          <a:r>
            <a:rPr lang="en-IN" b="1"/>
            <a:t>Grafana</a:t>
          </a:r>
          <a:r>
            <a:rPr lang="en-IN"/>
            <a:t> – Monitoring dashboards and visualization</a:t>
          </a:r>
          <a:endParaRPr lang="en-US"/>
        </a:p>
      </dgm:t>
    </dgm:pt>
    <dgm:pt modelId="{71B210A5-E55A-4012-875F-12F4179A0626}" type="parTrans" cxnId="{D21342E1-AEEA-4A42-80EB-DD31F5E4E993}">
      <dgm:prSet/>
      <dgm:spPr/>
      <dgm:t>
        <a:bodyPr/>
        <a:lstStyle/>
        <a:p>
          <a:endParaRPr lang="en-US"/>
        </a:p>
      </dgm:t>
    </dgm:pt>
    <dgm:pt modelId="{FC1B17BC-49E5-432B-BE3F-46BABE59BD1C}" type="sibTrans" cxnId="{D21342E1-AEEA-4A42-80EB-DD31F5E4E993}">
      <dgm:prSet/>
      <dgm:spPr/>
      <dgm:t>
        <a:bodyPr/>
        <a:lstStyle/>
        <a:p>
          <a:endParaRPr lang="en-US"/>
        </a:p>
      </dgm:t>
    </dgm:pt>
    <dgm:pt modelId="{98A550AC-81A4-4AE4-861A-520E4FC97802}" type="pres">
      <dgm:prSet presAssocID="{37B81A02-2F6C-470B-8837-3949C72DB8AA}" presName="linear" presStyleCnt="0">
        <dgm:presLayoutVars>
          <dgm:animLvl val="lvl"/>
          <dgm:resizeHandles val="exact"/>
        </dgm:presLayoutVars>
      </dgm:prSet>
      <dgm:spPr/>
      <dgm:t>
        <a:bodyPr/>
        <a:lstStyle/>
        <a:p>
          <a:endParaRPr lang="en-US"/>
        </a:p>
      </dgm:t>
    </dgm:pt>
    <dgm:pt modelId="{71BDD252-3CEE-4540-A436-7C168EC872E9}" type="pres">
      <dgm:prSet presAssocID="{415478ED-727C-4D1F-BF22-F4B1486380C0}" presName="parentText" presStyleLbl="node1" presStyleIdx="0" presStyleCnt="11">
        <dgm:presLayoutVars>
          <dgm:chMax val="0"/>
          <dgm:bulletEnabled val="1"/>
        </dgm:presLayoutVars>
      </dgm:prSet>
      <dgm:spPr/>
      <dgm:t>
        <a:bodyPr/>
        <a:lstStyle/>
        <a:p>
          <a:endParaRPr lang="en-US"/>
        </a:p>
      </dgm:t>
    </dgm:pt>
    <dgm:pt modelId="{2A7E5905-52CE-420B-85E3-16615D1B3E8F}" type="pres">
      <dgm:prSet presAssocID="{0FCE807E-B792-4DA2-A471-DA65901B606F}" presName="spacer" presStyleCnt="0"/>
      <dgm:spPr/>
    </dgm:pt>
    <dgm:pt modelId="{F3686F64-C944-45C6-BBEB-3D9E03BCD3A4}" type="pres">
      <dgm:prSet presAssocID="{1D61EBF4-9BD2-41AE-AE0E-B8598BBC4F9A}" presName="parentText" presStyleLbl="node1" presStyleIdx="1" presStyleCnt="11">
        <dgm:presLayoutVars>
          <dgm:chMax val="0"/>
          <dgm:bulletEnabled val="1"/>
        </dgm:presLayoutVars>
      </dgm:prSet>
      <dgm:spPr/>
      <dgm:t>
        <a:bodyPr/>
        <a:lstStyle/>
        <a:p>
          <a:endParaRPr lang="en-US"/>
        </a:p>
      </dgm:t>
    </dgm:pt>
    <dgm:pt modelId="{364883F5-E60B-4DD0-A90A-ADB387143B57}" type="pres">
      <dgm:prSet presAssocID="{9E44AE14-1D2E-4256-9724-9CA90EFA80A6}" presName="spacer" presStyleCnt="0"/>
      <dgm:spPr/>
    </dgm:pt>
    <dgm:pt modelId="{9D3E56B2-C6B5-4B87-90B1-1945130E737F}" type="pres">
      <dgm:prSet presAssocID="{7CF27270-9873-49BD-B7DB-6B924D8E16F9}" presName="parentText" presStyleLbl="node1" presStyleIdx="2" presStyleCnt="11">
        <dgm:presLayoutVars>
          <dgm:chMax val="0"/>
          <dgm:bulletEnabled val="1"/>
        </dgm:presLayoutVars>
      </dgm:prSet>
      <dgm:spPr/>
      <dgm:t>
        <a:bodyPr/>
        <a:lstStyle/>
        <a:p>
          <a:endParaRPr lang="en-US"/>
        </a:p>
      </dgm:t>
    </dgm:pt>
    <dgm:pt modelId="{9EA61AFD-F970-46C4-8B34-5DDB5BE8D1D2}" type="pres">
      <dgm:prSet presAssocID="{511E9315-9F29-47E1-A956-EDADE8AAE2AE}" presName="spacer" presStyleCnt="0"/>
      <dgm:spPr/>
    </dgm:pt>
    <dgm:pt modelId="{4E4997BE-3D03-402F-AB6C-7D62D894B5E7}" type="pres">
      <dgm:prSet presAssocID="{A00635F4-0BC6-461A-A082-F3032A7A8C96}" presName="parentText" presStyleLbl="node1" presStyleIdx="3" presStyleCnt="11">
        <dgm:presLayoutVars>
          <dgm:chMax val="0"/>
          <dgm:bulletEnabled val="1"/>
        </dgm:presLayoutVars>
      </dgm:prSet>
      <dgm:spPr/>
      <dgm:t>
        <a:bodyPr/>
        <a:lstStyle/>
        <a:p>
          <a:endParaRPr lang="en-US"/>
        </a:p>
      </dgm:t>
    </dgm:pt>
    <dgm:pt modelId="{9488BB2E-119E-46E3-AB88-76A7809A975B}" type="pres">
      <dgm:prSet presAssocID="{6ADA601C-1E5E-4467-B4F5-3832661EA0AF}" presName="spacer" presStyleCnt="0"/>
      <dgm:spPr/>
    </dgm:pt>
    <dgm:pt modelId="{D1E71448-A066-415F-B5C7-713288276F76}" type="pres">
      <dgm:prSet presAssocID="{45D9343A-A1EA-4914-8A59-A6675393065E}" presName="parentText" presStyleLbl="node1" presStyleIdx="4" presStyleCnt="11">
        <dgm:presLayoutVars>
          <dgm:chMax val="0"/>
          <dgm:bulletEnabled val="1"/>
        </dgm:presLayoutVars>
      </dgm:prSet>
      <dgm:spPr/>
      <dgm:t>
        <a:bodyPr/>
        <a:lstStyle/>
        <a:p>
          <a:endParaRPr lang="en-US"/>
        </a:p>
      </dgm:t>
    </dgm:pt>
    <dgm:pt modelId="{EE029528-E5FE-4C75-95A3-44B76D6BB5E8}" type="pres">
      <dgm:prSet presAssocID="{6EFB5D20-1145-43EA-BC98-E51F4820AD5D}" presName="spacer" presStyleCnt="0"/>
      <dgm:spPr/>
    </dgm:pt>
    <dgm:pt modelId="{DB90ACFC-E078-4525-8B63-EEB451B527AC}" type="pres">
      <dgm:prSet presAssocID="{59CE8336-D2AD-4780-B8F9-B9A98ABFF05B}" presName="parentText" presStyleLbl="node1" presStyleIdx="5" presStyleCnt="11">
        <dgm:presLayoutVars>
          <dgm:chMax val="0"/>
          <dgm:bulletEnabled val="1"/>
        </dgm:presLayoutVars>
      </dgm:prSet>
      <dgm:spPr/>
      <dgm:t>
        <a:bodyPr/>
        <a:lstStyle/>
        <a:p>
          <a:endParaRPr lang="en-US"/>
        </a:p>
      </dgm:t>
    </dgm:pt>
    <dgm:pt modelId="{C599A823-D28E-4567-8C37-D39F68CA06F8}" type="pres">
      <dgm:prSet presAssocID="{EA4173D5-A1EC-4E64-8D8A-83A88268737D}" presName="spacer" presStyleCnt="0"/>
      <dgm:spPr/>
    </dgm:pt>
    <dgm:pt modelId="{3A525A54-E411-42CE-8C74-327C3ACC8792}" type="pres">
      <dgm:prSet presAssocID="{7775A1BD-121D-42A8-BB9D-D8F9E4FD2CBF}" presName="parentText" presStyleLbl="node1" presStyleIdx="6" presStyleCnt="11">
        <dgm:presLayoutVars>
          <dgm:chMax val="0"/>
          <dgm:bulletEnabled val="1"/>
        </dgm:presLayoutVars>
      </dgm:prSet>
      <dgm:spPr/>
      <dgm:t>
        <a:bodyPr/>
        <a:lstStyle/>
        <a:p>
          <a:endParaRPr lang="en-US"/>
        </a:p>
      </dgm:t>
    </dgm:pt>
    <dgm:pt modelId="{65C996F0-2D38-42DB-8B73-0E53680AE0DB}" type="pres">
      <dgm:prSet presAssocID="{6E3C6CAC-27BB-40E7-9D04-48933ECFBCA8}" presName="spacer" presStyleCnt="0"/>
      <dgm:spPr/>
    </dgm:pt>
    <dgm:pt modelId="{F7E7377C-285C-4C09-8F37-136EF66183A7}" type="pres">
      <dgm:prSet presAssocID="{AFD819B2-8EA4-471E-8BB2-B10B002E6957}" presName="parentText" presStyleLbl="node1" presStyleIdx="7" presStyleCnt="11">
        <dgm:presLayoutVars>
          <dgm:chMax val="0"/>
          <dgm:bulletEnabled val="1"/>
        </dgm:presLayoutVars>
      </dgm:prSet>
      <dgm:spPr/>
      <dgm:t>
        <a:bodyPr/>
        <a:lstStyle/>
        <a:p>
          <a:endParaRPr lang="en-US"/>
        </a:p>
      </dgm:t>
    </dgm:pt>
    <dgm:pt modelId="{65E6F414-E9AE-4AA3-8106-85F3C196A781}" type="pres">
      <dgm:prSet presAssocID="{01F9EF3C-7363-440A-9742-1E72C740BC3A}" presName="spacer" presStyleCnt="0"/>
      <dgm:spPr/>
    </dgm:pt>
    <dgm:pt modelId="{FF7F7670-4E8A-4E70-BE68-7399A96F82CD}" type="pres">
      <dgm:prSet presAssocID="{61F07B76-9B9E-4DD6-B722-3878D4C403DA}" presName="parentText" presStyleLbl="node1" presStyleIdx="8" presStyleCnt="11">
        <dgm:presLayoutVars>
          <dgm:chMax val="0"/>
          <dgm:bulletEnabled val="1"/>
        </dgm:presLayoutVars>
      </dgm:prSet>
      <dgm:spPr/>
      <dgm:t>
        <a:bodyPr/>
        <a:lstStyle/>
        <a:p>
          <a:endParaRPr lang="en-US"/>
        </a:p>
      </dgm:t>
    </dgm:pt>
    <dgm:pt modelId="{3C8297E3-0D08-49EA-BD2F-2A4D4815C393}" type="pres">
      <dgm:prSet presAssocID="{1A7C1EC0-3AB0-44A9-A23D-0F9E0C08994D}" presName="spacer" presStyleCnt="0"/>
      <dgm:spPr/>
    </dgm:pt>
    <dgm:pt modelId="{ADAECC0E-EFA1-4BFA-9E16-13BAD96354D4}" type="pres">
      <dgm:prSet presAssocID="{4BD532E7-8614-4095-AC86-CBD1A74C4BB6}" presName="parentText" presStyleLbl="node1" presStyleIdx="9" presStyleCnt="11">
        <dgm:presLayoutVars>
          <dgm:chMax val="0"/>
          <dgm:bulletEnabled val="1"/>
        </dgm:presLayoutVars>
      </dgm:prSet>
      <dgm:spPr/>
      <dgm:t>
        <a:bodyPr/>
        <a:lstStyle/>
        <a:p>
          <a:endParaRPr lang="en-US"/>
        </a:p>
      </dgm:t>
    </dgm:pt>
    <dgm:pt modelId="{D8FF896F-B104-46A9-A330-08B270068756}" type="pres">
      <dgm:prSet presAssocID="{D1AADA4C-A893-4F34-9451-CB7CF49AB70C}" presName="spacer" presStyleCnt="0"/>
      <dgm:spPr/>
    </dgm:pt>
    <dgm:pt modelId="{25FD7C7B-771D-4342-A012-D0A41BCA00D1}" type="pres">
      <dgm:prSet presAssocID="{8932F4EF-6B72-42EE-978E-FD2472338575}" presName="parentText" presStyleLbl="node1" presStyleIdx="10" presStyleCnt="11">
        <dgm:presLayoutVars>
          <dgm:chMax val="0"/>
          <dgm:bulletEnabled val="1"/>
        </dgm:presLayoutVars>
      </dgm:prSet>
      <dgm:spPr/>
      <dgm:t>
        <a:bodyPr/>
        <a:lstStyle/>
        <a:p>
          <a:endParaRPr lang="en-US"/>
        </a:p>
      </dgm:t>
    </dgm:pt>
  </dgm:ptLst>
  <dgm:cxnLst>
    <dgm:cxn modelId="{C79C4A83-571F-430C-8AC3-7ED1AD939E2F}" srcId="{37B81A02-2F6C-470B-8837-3949C72DB8AA}" destId="{415478ED-727C-4D1F-BF22-F4B1486380C0}" srcOrd="0" destOrd="0" parTransId="{C425057A-AD3D-475C-A1A6-A3F8EAFDA7E2}" sibTransId="{0FCE807E-B792-4DA2-A471-DA65901B606F}"/>
    <dgm:cxn modelId="{29EA95B3-F11C-4204-A38C-6C5F0245D4F8}" srcId="{37B81A02-2F6C-470B-8837-3949C72DB8AA}" destId="{AFD819B2-8EA4-471E-8BB2-B10B002E6957}" srcOrd="7" destOrd="0" parTransId="{A1D483A9-7465-4C09-8F99-43C9D56E7AE9}" sibTransId="{01F9EF3C-7363-440A-9742-1E72C740BC3A}"/>
    <dgm:cxn modelId="{62372EA7-1FA8-48EE-8674-A695D1C00ED4}" type="presOf" srcId="{59CE8336-D2AD-4780-B8F9-B9A98ABFF05B}" destId="{DB90ACFC-E078-4525-8B63-EEB451B527AC}" srcOrd="0" destOrd="0" presId="urn:microsoft.com/office/officeart/2005/8/layout/vList2"/>
    <dgm:cxn modelId="{23321BC2-FEB1-4983-9FD7-78768A5BEE22}" srcId="{37B81A02-2F6C-470B-8837-3949C72DB8AA}" destId="{45D9343A-A1EA-4914-8A59-A6675393065E}" srcOrd="4" destOrd="0" parTransId="{FD19FCCD-8CA7-4E24-8FC8-67081F161BFB}" sibTransId="{6EFB5D20-1145-43EA-BC98-E51F4820AD5D}"/>
    <dgm:cxn modelId="{3352861D-632B-4728-83FB-4A3F0A9B6CEC}" type="presOf" srcId="{1D61EBF4-9BD2-41AE-AE0E-B8598BBC4F9A}" destId="{F3686F64-C944-45C6-BBEB-3D9E03BCD3A4}" srcOrd="0" destOrd="0" presId="urn:microsoft.com/office/officeart/2005/8/layout/vList2"/>
    <dgm:cxn modelId="{8D1745CC-3211-4867-AE0A-171E40C3E175}" type="presOf" srcId="{8932F4EF-6B72-42EE-978E-FD2472338575}" destId="{25FD7C7B-771D-4342-A012-D0A41BCA00D1}" srcOrd="0" destOrd="0" presId="urn:microsoft.com/office/officeart/2005/8/layout/vList2"/>
    <dgm:cxn modelId="{D21342E1-AEEA-4A42-80EB-DD31F5E4E993}" srcId="{37B81A02-2F6C-470B-8837-3949C72DB8AA}" destId="{8932F4EF-6B72-42EE-978E-FD2472338575}" srcOrd="10" destOrd="0" parTransId="{71B210A5-E55A-4012-875F-12F4179A0626}" sibTransId="{FC1B17BC-49E5-432B-BE3F-46BABE59BD1C}"/>
    <dgm:cxn modelId="{CCD763FF-BAF8-4128-AEB2-8F4850230512}" srcId="{37B81A02-2F6C-470B-8837-3949C72DB8AA}" destId="{1D61EBF4-9BD2-41AE-AE0E-B8598BBC4F9A}" srcOrd="1" destOrd="0" parTransId="{400DD80A-B9C5-43EE-BE6F-16623E16112F}" sibTransId="{9E44AE14-1D2E-4256-9724-9CA90EFA80A6}"/>
    <dgm:cxn modelId="{00E5B2AC-6562-4E40-A659-9F1A58E57FFE}" srcId="{37B81A02-2F6C-470B-8837-3949C72DB8AA}" destId="{7CF27270-9873-49BD-B7DB-6B924D8E16F9}" srcOrd="2" destOrd="0" parTransId="{621588AB-E0B1-43B7-B56A-1CF9ACAC9978}" sibTransId="{511E9315-9F29-47E1-A956-EDADE8AAE2AE}"/>
    <dgm:cxn modelId="{4D48EDA8-6301-4FAF-87E9-B2497D3744E7}" type="presOf" srcId="{61F07B76-9B9E-4DD6-B722-3878D4C403DA}" destId="{FF7F7670-4E8A-4E70-BE68-7399A96F82CD}" srcOrd="0" destOrd="0" presId="urn:microsoft.com/office/officeart/2005/8/layout/vList2"/>
    <dgm:cxn modelId="{4EEC5B9F-8F69-4890-A74B-57A82ABE8E66}" srcId="{37B81A02-2F6C-470B-8837-3949C72DB8AA}" destId="{59CE8336-D2AD-4780-B8F9-B9A98ABFF05B}" srcOrd="5" destOrd="0" parTransId="{8A2E547F-C14B-4BCE-B6FB-F09830013E58}" sibTransId="{EA4173D5-A1EC-4E64-8D8A-83A88268737D}"/>
    <dgm:cxn modelId="{B2A43C65-6A58-42B9-8548-88DA6A4D2748}" type="presOf" srcId="{7CF27270-9873-49BD-B7DB-6B924D8E16F9}" destId="{9D3E56B2-C6B5-4B87-90B1-1945130E737F}" srcOrd="0" destOrd="0" presId="urn:microsoft.com/office/officeart/2005/8/layout/vList2"/>
    <dgm:cxn modelId="{416553CF-355D-4905-A04B-B690D13C1244}" type="presOf" srcId="{4BD532E7-8614-4095-AC86-CBD1A74C4BB6}" destId="{ADAECC0E-EFA1-4BFA-9E16-13BAD96354D4}" srcOrd="0" destOrd="0" presId="urn:microsoft.com/office/officeart/2005/8/layout/vList2"/>
    <dgm:cxn modelId="{D95BF91B-77C1-4CCD-9314-DC6F75607FEE}" type="presOf" srcId="{A00635F4-0BC6-461A-A082-F3032A7A8C96}" destId="{4E4997BE-3D03-402F-AB6C-7D62D894B5E7}" srcOrd="0" destOrd="0" presId="urn:microsoft.com/office/officeart/2005/8/layout/vList2"/>
    <dgm:cxn modelId="{8B5FC855-C0D3-4D25-87E1-111346DBB0B2}" type="presOf" srcId="{7775A1BD-121D-42A8-BB9D-D8F9E4FD2CBF}" destId="{3A525A54-E411-42CE-8C74-327C3ACC8792}" srcOrd="0" destOrd="0" presId="urn:microsoft.com/office/officeart/2005/8/layout/vList2"/>
    <dgm:cxn modelId="{B45A672B-5315-4B76-BD67-44C8626FDDB4}" srcId="{37B81A02-2F6C-470B-8837-3949C72DB8AA}" destId="{A00635F4-0BC6-461A-A082-F3032A7A8C96}" srcOrd="3" destOrd="0" parTransId="{5772A251-184F-408B-ADF2-B2C1C49BB728}" sibTransId="{6ADA601C-1E5E-4467-B4F5-3832661EA0AF}"/>
    <dgm:cxn modelId="{B4065D94-0A9D-433B-948B-F74016F9C875}" type="presOf" srcId="{AFD819B2-8EA4-471E-8BB2-B10B002E6957}" destId="{F7E7377C-285C-4C09-8F37-136EF66183A7}" srcOrd="0" destOrd="0" presId="urn:microsoft.com/office/officeart/2005/8/layout/vList2"/>
    <dgm:cxn modelId="{C42589C4-5299-4E63-B857-73479A89ACBE}" srcId="{37B81A02-2F6C-470B-8837-3949C72DB8AA}" destId="{7775A1BD-121D-42A8-BB9D-D8F9E4FD2CBF}" srcOrd="6" destOrd="0" parTransId="{1015746D-D77E-46B1-9CE4-EB6FF9FA54DD}" sibTransId="{6E3C6CAC-27BB-40E7-9D04-48933ECFBCA8}"/>
    <dgm:cxn modelId="{EAA68760-36F7-4D5F-89D7-DF7E19FC6D4E}" srcId="{37B81A02-2F6C-470B-8837-3949C72DB8AA}" destId="{4BD532E7-8614-4095-AC86-CBD1A74C4BB6}" srcOrd="9" destOrd="0" parTransId="{9F4D3237-D8D3-42B8-AB00-4A8A6D5D7778}" sibTransId="{D1AADA4C-A893-4F34-9451-CB7CF49AB70C}"/>
    <dgm:cxn modelId="{A2F42F5E-FD26-481C-B2C9-2EAEBF736F28}" type="presOf" srcId="{415478ED-727C-4D1F-BF22-F4B1486380C0}" destId="{71BDD252-3CEE-4540-A436-7C168EC872E9}" srcOrd="0" destOrd="0" presId="urn:microsoft.com/office/officeart/2005/8/layout/vList2"/>
    <dgm:cxn modelId="{6C4E3367-437D-42B2-90D4-771874173472}" type="presOf" srcId="{37B81A02-2F6C-470B-8837-3949C72DB8AA}" destId="{98A550AC-81A4-4AE4-861A-520E4FC97802}" srcOrd="0" destOrd="0" presId="urn:microsoft.com/office/officeart/2005/8/layout/vList2"/>
    <dgm:cxn modelId="{FF1E4D26-1A0E-474C-A93B-B2884FB318D7}" srcId="{37B81A02-2F6C-470B-8837-3949C72DB8AA}" destId="{61F07B76-9B9E-4DD6-B722-3878D4C403DA}" srcOrd="8" destOrd="0" parTransId="{B838F2A3-470B-4F8F-B9F2-C64EBFC5CE0F}" sibTransId="{1A7C1EC0-3AB0-44A9-A23D-0F9E0C08994D}"/>
    <dgm:cxn modelId="{E537C8F5-5501-4FB2-9E9D-50A9A74B598A}" type="presOf" srcId="{45D9343A-A1EA-4914-8A59-A6675393065E}" destId="{D1E71448-A066-415F-B5C7-713288276F76}" srcOrd="0" destOrd="0" presId="urn:microsoft.com/office/officeart/2005/8/layout/vList2"/>
    <dgm:cxn modelId="{4EA0EC97-A4A0-4BBB-A0B5-D9620CA10C6A}" type="presParOf" srcId="{98A550AC-81A4-4AE4-861A-520E4FC97802}" destId="{71BDD252-3CEE-4540-A436-7C168EC872E9}" srcOrd="0" destOrd="0" presId="urn:microsoft.com/office/officeart/2005/8/layout/vList2"/>
    <dgm:cxn modelId="{221BEFE2-4142-4E49-9A85-B3C5E80264F0}" type="presParOf" srcId="{98A550AC-81A4-4AE4-861A-520E4FC97802}" destId="{2A7E5905-52CE-420B-85E3-16615D1B3E8F}" srcOrd="1" destOrd="0" presId="urn:microsoft.com/office/officeart/2005/8/layout/vList2"/>
    <dgm:cxn modelId="{E6664F28-9626-47F7-B4BF-69BDC24C2FB5}" type="presParOf" srcId="{98A550AC-81A4-4AE4-861A-520E4FC97802}" destId="{F3686F64-C944-45C6-BBEB-3D9E03BCD3A4}" srcOrd="2" destOrd="0" presId="urn:microsoft.com/office/officeart/2005/8/layout/vList2"/>
    <dgm:cxn modelId="{9E4BE662-0E9B-49A3-BB34-FE57D0D62972}" type="presParOf" srcId="{98A550AC-81A4-4AE4-861A-520E4FC97802}" destId="{364883F5-E60B-4DD0-A90A-ADB387143B57}" srcOrd="3" destOrd="0" presId="urn:microsoft.com/office/officeart/2005/8/layout/vList2"/>
    <dgm:cxn modelId="{ADC12CBC-CEB2-4067-9256-4B8FFB8D575D}" type="presParOf" srcId="{98A550AC-81A4-4AE4-861A-520E4FC97802}" destId="{9D3E56B2-C6B5-4B87-90B1-1945130E737F}" srcOrd="4" destOrd="0" presId="urn:microsoft.com/office/officeart/2005/8/layout/vList2"/>
    <dgm:cxn modelId="{A0E4A2CD-D212-4FBD-B1EA-492BB3CE883E}" type="presParOf" srcId="{98A550AC-81A4-4AE4-861A-520E4FC97802}" destId="{9EA61AFD-F970-46C4-8B34-5DDB5BE8D1D2}" srcOrd="5" destOrd="0" presId="urn:microsoft.com/office/officeart/2005/8/layout/vList2"/>
    <dgm:cxn modelId="{FE41031F-A328-4BE7-8AC2-2DDF375965C7}" type="presParOf" srcId="{98A550AC-81A4-4AE4-861A-520E4FC97802}" destId="{4E4997BE-3D03-402F-AB6C-7D62D894B5E7}" srcOrd="6" destOrd="0" presId="urn:microsoft.com/office/officeart/2005/8/layout/vList2"/>
    <dgm:cxn modelId="{A4BBE2AD-199A-4B06-BDE8-1CD8E8068E0C}" type="presParOf" srcId="{98A550AC-81A4-4AE4-861A-520E4FC97802}" destId="{9488BB2E-119E-46E3-AB88-76A7809A975B}" srcOrd="7" destOrd="0" presId="urn:microsoft.com/office/officeart/2005/8/layout/vList2"/>
    <dgm:cxn modelId="{1BB1F31E-81D2-4D52-8891-14F2610E7BA2}" type="presParOf" srcId="{98A550AC-81A4-4AE4-861A-520E4FC97802}" destId="{D1E71448-A066-415F-B5C7-713288276F76}" srcOrd="8" destOrd="0" presId="urn:microsoft.com/office/officeart/2005/8/layout/vList2"/>
    <dgm:cxn modelId="{AB115DFD-2B42-4F11-8901-485021D1E9D5}" type="presParOf" srcId="{98A550AC-81A4-4AE4-861A-520E4FC97802}" destId="{EE029528-E5FE-4C75-95A3-44B76D6BB5E8}" srcOrd="9" destOrd="0" presId="urn:microsoft.com/office/officeart/2005/8/layout/vList2"/>
    <dgm:cxn modelId="{1D0036AE-A8C0-407F-9C91-8518C1D8EE40}" type="presParOf" srcId="{98A550AC-81A4-4AE4-861A-520E4FC97802}" destId="{DB90ACFC-E078-4525-8B63-EEB451B527AC}" srcOrd="10" destOrd="0" presId="urn:microsoft.com/office/officeart/2005/8/layout/vList2"/>
    <dgm:cxn modelId="{C2245812-D859-4DF4-AE62-17B02F0F9772}" type="presParOf" srcId="{98A550AC-81A4-4AE4-861A-520E4FC97802}" destId="{C599A823-D28E-4567-8C37-D39F68CA06F8}" srcOrd="11" destOrd="0" presId="urn:microsoft.com/office/officeart/2005/8/layout/vList2"/>
    <dgm:cxn modelId="{1294B255-46DA-4B6A-96E0-1A22246847A1}" type="presParOf" srcId="{98A550AC-81A4-4AE4-861A-520E4FC97802}" destId="{3A525A54-E411-42CE-8C74-327C3ACC8792}" srcOrd="12" destOrd="0" presId="urn:microsoft.com/office/officeart/2005/8/layout/vList2"/>
    <dgm:cxn modelId="{1F65DAAA-46F0-4D06-B43A-22B2F29D55A3}" type="presParOf" srcId="{98A550AC-81A4-4AE4-861A-520E4FC97802}" destId="{65C996F0-2D38-42DB-8B73-0E53680AE0DB}" srcOrd="13" destOrd="0" presId="urn:microsoft.com/office/officeart/2005/8/layout/vList2"/>
    <dgm:cxn modelId="{05E5E1D1-5662-42DB-BD60-06E45E93001A}" type="presParOf" srcId="{98A550AC-81A4-4AE4-861A-520E4FC97802}" destId="{F7E7377C-285C-4C09-8F37-136EF66183A7}" srcOrd="14" destOrd="0" presId="urn:microsoft.com/office/officeart/2005/8/layout/vList2"/>
    <dgm:cxn modelId="{685D297F-AC20-4980-ABD6-CF6D997A113F}" type="presParOf" srcId="{98A550AC-81A4-4AE4-861A-520E4FC97802}" destId="{65E6F414-E9AE-4AA3-8106-85F3C196A781}" srcOrd="15" destOrd="0" presId="urn:microsoft.com/office/officeart/2005/8/layout/vList2"/>
    <dgm:cxn modelId="{3D25D9ED-0B96-491B-8CE5-FA58665DD62B}" type="presParOf" srcId="{98A550AC-81A4-4AE4-861A-520E4FC97802}" destId="{FF7F7670-4E8A-4E70-BE68-7399A96F82CD}" srcOrd="16" destOrd="0" presId="urn:microsoft.com/office/officeart/2005/8/layout/vList2"/>
    <dgm:cxn modelId="{F697ECDA-BF01-4B62-9546-CB87F4BE5439}" type="presParOf" srcId="{98A550AC-81A4-4AE4-861A-520E4FC97802}" destId="{3C8297E3-0D08-49EA-BD2F-2A4D4815C393}" srcOrd="17" destOrd="0" presId="urn:microsoft.com/office/officeart/2005/8/layout/vList2"/>
    <dgm:cxn modelId="{032DB2E2-C560-471E-89BE-2A010ED242FB}" type="presParOf" srcId="{98A550AC-81A4-4AE4-861A-520E4FC97802}" destId="{ADAECC0E-EFA1-4BFA-9E16-13BAD96354D4}" srcOrd="18" destOrd="0" presId="urn:microsoft.com/office/officeart/2005/8/layout/vList2"/>
    <dgm:cxn modelId="{C4A52155-1FF6-4EE2-A0FD-BA1373719E2B}" type="presParOf" srcId="{98A550AC-81A4-4AE4-861A-520E4FC97802}" destId="{D8FF896F-B104-46A9-A330-08B270068756}" srcOrd="19" destOrd="0" presId="urn:microsoft.com/office/officeart/2005/8/layout/vList2"/>
    <dgm:cxn modelId="{38C8F591-1EDD-48B7-B961-D34956BEC923}" type="presParOf" srcId="{98A550AC-81A4-4AE4-861A-520E4FC97802}" destId="{25FD7C7B-771D-4342-A012-D0A41BCA00D1}" srcOrd="2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126D62B-BF10-4351-AEF6-0B2415DB9A53}"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261C868-C568-4AA4-A1D6-F484C20D6726}">
      <dgm:prSet/>
      <dgm:spPr/>
      <dgm:t>
        <a:bodyPr/>
        <a:lstStyle/>
        <a:p>
          <a:r>
            <a:rPr lang="en-IN" b="1"/>
            <a:t>GitHub:</a:t>
          </a:r>
          <a:r>
            <a:rPr lang="en-IN"/>
            <a:t> Source-code management and collaboration. </a:t>
          </a:r>
          <a:endParaRPr lang="en-US"/>
        </a:p>
      </dgm:t>
    </dgm:pt>
    <dgm:pt modelId="{ABAE2AF2-067D-4020-9497-C0D9F05FC956}" type="parTrans" cxnId="{4C38EA62-E3C9-49AE-8E10-ABCB76C19577}">
      <dgm:prSet/>
      <dgm:spPr/>
      <dgm:t>
        <a:bodyPr/>
        <a:lstStyle/>
        <a:p>
          <a:endParaRPr lang="en-US"/>
        </a:p>
      </dgm:t>
    </dgm:pt>
    <dgm:pt modelId="{E65F3E33-3404-4A9C-9D0C-2BA6B2DB0572}" type="sibTrans" cxnId="{4C38EA62-E3C9-49AE-8E10-ABCB76C19577}">
      <dgm:prSet/>
      <dgm:spPr/>
      <dgm:t>
        <a:bodyPr/>
        <a:lstStyle/>
        <a:p>
          <a:endParaRPr lang="en-US"/>
        </a:p>
      </dgm:t>
    </dgm:pt>
    <dgm:pt modelId="{8830876A-CE33-49EC-A25B-14339F374360}">
      <dgm:prSet/>
      <dgm:spPr/>
      <dgm:t>
        <a:bodyPr/>
        <a:lstStyle/>
        <a:p>
          <a:r>
            <a:rPr lang="en-IN" b="1"/>
            <a:t>GitHub Actions:</a:t>
          </a:r>
          <a:r>
            <a:rPr lang="en-IN"/>
            <a:t> Automated build and deployment pipeline. </a:t>
          </a:r>
          <a:endParaRPr lang="en-US"/>
        </a:p>
      </dgm:t>
    </dgm:pt>
    <dgm:pt modelId="{AFA14B86-109C-402F-BA55-CDF5CD44314D}" type="parTrans" cxnId="{5E104983-31D7-4DE4-BBC5-EB7986A2D6C8}">
      <dgm:prSet/>
      <dgm:spPr/>
      <dgm:t>
        <a:bodyPr/>
        <a:lstStyle/>
        <a:p>
          <a:endParaRPr lang="en-US"/>
        </a:p>
      </dgm:t>
    </dgm:pt>
    <dgm:pt modelId="{9ACE58A5-E90A-4AEB-9741-42614931DFBC}" type="sibTrans" cxnId="{5E104983-31D7-4DE4-BBC5-EB7986A2D6C8}">
      <dgm:prSet/>
      <dgm:spPr/>
      <dgm:t>
        <a:bodyPr/>
        <a:lstStyle/>
        <a:p>
          <a:endParaRPr lang="en-US"/>
        </a:p>
      </dgm:t>
    </dgm:pt>
    <dgm:pt modelId="{D1D96CC1-5581-4436-AE14-E3754DD1EFEB}">
      <dgm:prSet/>
      <dgm:spPr/>
      <dgm:t>
        <a:bodyPr/>
        <a:lstStyle/>
        <a:p>
          <a:r>
            <a:rPr lang="en-IN" b="1"/>
            <a:t>Docker:</a:t>
          </a:r>
          <a:r>
            <a:rPr lang="en-IN"/>
            <a:t> Consistent application deployment. </a:t>
          </a:r>
          <a:endParaRPr lang="en-US"/>
        </a:p>
      </dgm:t>
    </dgm:pt>
    <dgm:pt modelId="{D34166BD-6F92-4325-9D7A-9CABECA03802}" type="parTrans" cxnId="{32C1C6E0-010A-44B6-ACF4-0F217509E4F1}">
      <dgm:prSet/>
      <dgm:spPr/>
      <dgm:t>
        <a:bodyPr/>
        <a:lstStyle/>
        <a:p>
          <a:endParaRPr lang="en-US"/>
        </a:p>
      </dgm:t>
    </dgm:pt>
    <dgm:pt modelId="{D698F106-4D2B-43DC-9990-2DF331F6F374}" type="sibTrans" cxnId="{32C1C6E0-010A-44B6-ACF4-0F217509E4F1}">
      <dgm:prSet/>
      <dgm:spPr/>
      <dgm:t>
        <a:bodyPr/>
        <a:lstStyle/>
        <a:p>
          <a:endParaRPr lang="en-US"/>
        </a:p>
      </dgm:t>
    </dgm:pt>
    <dgm:pt modelId="{FD6CC3F9-A384-4E66-8A51-53B6FDE66332}">
      <dgm:prSet/>
      <dgm:spPr/>
      <dgm:t>
        <a:bodyPr/>
        <a:lstStyle/>
        <a:p>
          <a:r>
            <a:rPr lang="en-IN" b="1" dirty="0"/>
            <a:t>SonarQube:</a:t>
          </a:r>
          <a:r>
            <a:rPr lang="en-IN" dirty="0"/>
            <a:t> Code quality, bugs, vulnerabilities, and maintainability. </a:t>
          </a:r>
          <a:endParaRPr lang="en-US" dirty="0"/>
        </a:p>
      </dgm:t>
    </dgm:pt>
    <dgm:pt modelId="{C371EC0B-18F8-48D0-BEB3-F9340E45D132}" type="parTrans" cxnId="{21CD6A5D-EF7C-4957-9E12-FD82661BD0DD}">
      <dgm:prSet/>
      <dgm:spPr/>
      <dgm:t>
        <a:bodyPr/>
        <a:lstStyle/>
        <a:p>
          <a:endParaRPr lang="en-US"/>
        </a:p>
      </dgm:t>
    </dgm:pt>
    <dgm:pt modelId="{943B1243-1650-4C62-BE45-11352126DF5A}" type="sibTrans" cxnId="{21CD6A5D-EF7C-4957-9E12-FD82661BD0DD}">
      <dgm:prSet/>
      <dgm:spPr/>
      <dgm:t>
        <a:bodyPr/>
        <a:lstStyle/>
        <a:p>
          <a:endParaRPr lang="en-US"/>
        </a:p>
      </dgm:t>
    </dgm:pt>
    <dgm:pt modelId="{A79C8B4B-56D3-4E58-A58C-681E17B33BED}">
      <dgm:prSet/>
      <dgm:spPr/>
      <dgm:t>
        <a:bodyPr/>
        <a:lstStyle/>
        <a:p>
          <a:r>
            <a:rPr lang="en-IN" b="1"/>
            <a:t>Postman:</a:t>
          </a:r>
          <a:r>
            <a:rPr lang="en-IN"/>
            <a:t> API testing and validation. </a:t>
          </a:r>
          <a:endParaRPr lang="en-US"/>
        </a:p>
      </dgm:t>
    </dgm:pt>
    <dgm:pt modelId="{4DD1EDC7-A414-4DEE-804D-27D3BD7B8843}" type="parTrans" cxnId="{4E756633-7591-438C-BD0E-B095EA2E638E}">
      <dgm:prSet/>
      <dgm:spPr/>
      <dgm:t>
        <a:bodyPr/>
        <a:lstStyle/>
        <a:p>
          <a:endParaRPr lang="en-US"/>
        </a:p>
      </dgm:t>
    </dgm:pt>
    <dgm:pt modelId="{17D35FCF-3C44-47A4-850F-2472BCB788A1}" type="sibTrans" cxnId="{4E756633-7591-438C-BD0E-B095EA2E638E}">
      <dgm:prSet/>
      <dgm:spPr/>
      <dgm:t>
        <a:bodyPr/>
        <a:lstStyle/>
        <a:p>
          <a:endParaRPr lang="en-US"/>
        </a:p>
      </dgm:t>
    </dgm:pt>
    <dgm:pt modelId="{D60FA15B-450C-4048-B732-3BD149F0E4EA}">
      <dgm:prSet/>
      <dgm:spPr/>
      <dgm:t>
        <a:bodyPr/>
        <a:lstStyle/>
        <a:p>
          <a:r>
            <a:rPr lang="en-IN" b="1"/>
            <a:t>Prometheus:</a:t>
          </a:r>
          <a:r>
            <a:rPr lang="en-IN"/>
            <a:t> Collects application/system metrics. </a:t>
          </a:r>
          <a:endParaRPr lang="en-US"/>
        </a:p>
      </dgm:t>
    </dgm:pt>
    <dgm:pt modelId="{05E293F4-82D0-4D7E-8C8B-E2CFF3481F4B}" type="parTrans" cxnId="{562CC667-323F-4E89-80F6-40A0DEB09A6A}">
      <dgm:prSet/>
      <dgm:spPr/>
      <dgm:t>
        <a:bodyPr/>
        <a:lstStyle/>
        <a:p>
          <a:endParaRPr lang="en-US"/>
        </a:p>
      </dgm:t>
    </dgm:pt>
    <dgm:pt modelId="{90A00F36-EC50-49AC-A9AA-F5C2590B0CB7}" type="sibTrans" cxnId="{562CC667-323F-4E89-80F6-40A0DEB09A6A}">
      <dgm:prSet/>
      <dgm:spPr/>
      <dgm:t>
        <a:bodyPr/>
        <a:lstStyle/>
        <a:p>
          <a:endParaRPr lang="en-US"/>
        </a:p>
      </dgm:t>
    </dgm:pt>
    <dgm:pt modelId="{6F1237A6-096B-43AC-A838-F1A8776E8873}">
      <dgm:prSet/>
      <dgm:spPr/>
      <dgm:t>
        <a:bodyPr/>
        <a:lstStyle/>
        <a:p>
          <a:r>
            <a:rPr lang="en-IN" b="1"/>
            <a:t>Grafana:</a:t>
          </a:r>
          <a:r>
            <a:rPr lang="en-IN"/>
            <a:t> Visualizes metrics through monitoring dashboards. </a:t>
          </a:r>
          <a:endParaRPr lang="en-US"/>
        </a:p>
      </dgm:t>
    </dgm:pt>
    <dgm:pt modelId="{3B584D36-4B2D-4354-9005-DEBCA0582052}" type="parTrans" cxnId="{2B7DF550-6DB9-4E6B-BC22-FA51065E1043}">
      <dgm:prSet/>
      <dgm:spPr/>
      <dgm:t>
        <a:bodyPr/>
        <a:lstStyle/>
        <a:p>
          <a:endParaRPr lang="en-US"/>
        </a:p>
      </dgm:t>
    </dgm:pt>
    <dgm:pt modelId="{D2D9E591-14A1-470E-8321-E95DF544BF31}" type="sibTrans" cxnId="{2B7DF550-6DB9-4E6B-BC22-FA51065E1043}">
      <dgm:prSet/>
      <dgm:spPr/>
      <dgm:t>
        <a:bodyPr/>
        <a:lstStyle/>
        <a:p>
          <a:endParaRPr lang="en-US"/>
        </a:p>
      </dgm:t>
    </dgm:pt>
    <dgm:pt modelId="{A4B9FE54-178D-443A-A453-D17B0F6D1006}">
      <dgm:prSet/>
      <dgm:spPr/>
      <dgm:t>
        <a:bodyPr/>
        <a:lstStyle/>
        <a:p>
          <a:r>
            <a:rPr lang="en-IN" b="1"/>
            <a:t>Benefit:</a:t>
          </a:r>
          <a:r>
            <a:rPr lang="en-IN"/>
            <a:t> Reliable, maintainable, scalable, and observable application.</a:t>
          </a:r>
          <a:endParaRPr lang="en-US"/>
        </a:p>
      </dgm:t>
    </dgm:pt>
    <dgm:pt modelId="{2D99EBD4-A8FB-40AB-A24A-89FDFDCC91A9}" type="parTrans" cxnId="{79841472-DC03-4259-9F7D-FF55E7F9D9E8}">
      <dgm:prSet/>
      <dgm:spPr/>
      <dgm:t>
        <a:bodyPr/>
        <a:lstStyle/>
        <a:p>
          <a:endParaRPr lang="en-US"/>
        </a:p>
      </dgm:t>
    </dgm:pt>
    <dgm:pt modelId="{6A639D6C-2519-4528-9156-62AA5972B779}" type="sibTrans" cxnId="{79841472-DC03-4259-9F7D-FF55E7F9D9E8}">
      <dgm:prSet/>
      <dgm:spPr/>
      <dgm:t>
        <a:bodyPr/>
        <a:lstStyle/>
        <a:p>
          <a:endParaRPr lang="en-US"/>
        </a:p>
      </dgm:t>
    </dgm:pt>
    <dgm:pt modelId="{28E37E95-AF4A-493C-A483-EF6758039140}" type="pres">
      <dgm:prSet presAssocID="{7126D62B-BF10-4351-AEF6-0B2415DB9A53}" presName="vert0" presStyleCnt="0">
        <dgm:presLayoutVars>
          <dgm:dir/>
          <dgm:animOne val="branch"/>
          <dgm:animLvl val="lvl"/>
        </dgm:presLayoutVars>
      </dgm:prSet>
      <dgm:spPr/>
      <dgm:t>
        <a:bodyPr/>
        <a:lstStyle/>
        <a:p>
          <a:endParaRPr lang="en-US"/>
        </a:p>
      </dgm:t>
    </dgm:pt>
    <dgm:pt modelId="{92B4B866-91BF-4380-B238-B5C8328D0DF1}" type="pres">
      <dgm:prSet presAssocID="{9261C868-C568-4AA4-A1D6-F484C20D6726}" presName="thickLine" presStyleLbl="alignNode1" presStyleIdx="0" presStyleCnt="8"/>
      <dgm:spPr/>
    </dgm:pt>
    <dgm:pt modelId="{6AF24228-1FA2-4942-BCDE-C1C3397C18E8}" type="pres">
      <dgm:prSet presAssocID="{9261C868-C568-4AA4-A1D6-F484C20D6726}" presName="horz1" presStyleCnt="0"/>
      <dgm:spPr/>
    </dgm:pt>
    <dgm:pt modelId="{BE06B5D5-A303-4888-965E-94F5BE744F67}" type="pres">
      <dgm:prSet presAssocID="{9261C868-C568-4AA4-A1D6-F484C20D6726}" presName="tx1" presStyleLbl="revTx" presStyleIdx="0" presStyleCnt="8"/>
      <dgm:spPr/>
      <dgm:t>
        <a:bodyPr/>
        <a:lstStyle/>
        <a:p>
          <a:endParaRPr lang="en-US"/>
        </a:p>
      </dgm:t>
    </dgm:pt>
    <dgm:pt modelId="{30609B42-0F3C-4904-BA41-4E51AF8EED76}" type="pres">
      <dgm:prSet presAssocID="{9261C868-C568-4AA4-A1D6-F484C20D6726}" presName="vert1" presStyleCnt="0"/>
      <dgm:spPr/>
    </dgm:pt>
    <dgm:pt modelId="{821ED78A-8E61-43C4-91EC-996B1A4B7C10}" type="pres">
      <dgm:prSet presAssocID="{8830876A-CE33-49EC-A25B-14339F374360}" presName="thickLine" presStyleLbl="alignNode1" presStyleIdx="1" presStyleCnt="8"/>
      <dgm:spPr/>
    </dgm:pt>
    <dgm:pt modelId="{519CF3ED-8E52-439F-8D36-A0FBE2B7D0C8}" type="pres">
      <dgm:prSet presAssocID="{8830876A-CE33-49EC-A25B-14339F374360}" presName="horz1" presStyleCnt="0"/>
      <dgm:spPr/>
    </dgm:pt>
    <dgm:pt modelId="{E628DE20-1F5F-4D9C-B103-31B9388D1ED2}" type="pres">
      <dgm:prSet presAssocID="{8830876A-CE33-49EC-A25B-14339F374360}" presName="tx1" presStyleLbl="revTx" presStyleIdx="1" presStyleCnt="8"/>
      <dgm:spPr/>
      <dgm:t>
        <a:bodyPr/>
        <a:lstStyle/>
        <a:p>
          <a:endParaRPr lang="en-US"/>
        </a:p>
      </dgm:t>
    </dgm:pt>
    <dgm:pt modelId="{B3E0B22B-2D53-46AA-B7E8-2ECAD14163B2}" type="pres">
      <dgm:prSet presAssocID="{8830876A-CE33-49EC-A25B-14339F374360}" presName="vert1" presStyleCnt="0"/>
      <dgm:spPr/>
    </dgm:pt>
    <dgm:pt modelId="{3DAEE02B-47C1-41E9-BA4D-D5056A9C3416}" type="pres">
      <dgm:prSet presAssocID="{D1D96CC1-5581-4436-AE14-E3754DD1EFEB}" presName="thickLine" presStyleLbl="alignNode1" presStyleIdx="2" presStyleCnt="8"/>
      <dgm:spPr/>
    </dgm:pt>
    <dgm:pt modelId="{BF91E853-874C-414F-9BD1-4CD39C3D68A4}" type="pres">
      <dgm:prSet presAssocID="{D1D96CC1-5581-4436-AE14-E3754DD1EFEB}" presName="horz1" presStyleCnt="0"/>
      <dgm:spPr/>
    </dgm:pt>
    <dgm:pt modelId="{04D7813C-8A56-4771-B1E7-A6C685FAB4F3}" type="pres">
      <dgm:prSet presAssocID="{D1D96CC1-5581-4436-AE14-E3754DD1EFEB}" presName="tx1" presStyleLbl="revTx" presStyleIdx="2" presStyleCnt="8"/>
      <dgm:spPr/>
      <dgm:t>
        <a:bodyPr/>
        <a:lstStyle/>
        <a:p>
          <a:endParaRPr lang="en-US"/>
        </a:p>
      </dgm:t>
    </dgm:pt>
    <dgm:pt modelId="{4F731A21-1C34-48C2-8634-F804207F0C79}" type="pres">
      <dgm:prSet presAssocID="{D1D96CC1-5581-4436-AE14-E3754DD1EFEB}" presName="vert1" presStyleCnt="0"/>
      <dgm:spPr/>
    </dgm:pt>
    <dgm:pt modelId="{33C2C68F-F980-431C-AFF9-9E378201B390}" type="pres">
      <dgm:prSet presAssocID="{FD6CC3F9-A384-4E66-8A51-53B6FDE66332}" presName="thickLine" presStyleLbl="alignNode1" presStyleIdx="3" presStyleCnt="8"/>
      <dgm:spPr/>
    </dgm:pt>
    <dgm:pt modelId="{C89B6654-3BDC-4878-B404-7C91E6FBAF19}" type="pres">
      <dgm:prSet presAssocID="{FD6CC3F9-A384-4E66-8A51-53B6FDE66332}" presName="horz1" presStyleCnt="0"/>
      <dgm:spPr/>
    </dgm:pt>
    <dgm:pt modelId="{3C6735E5-7DF4-47BC-9B28-1D026B6E9F7F}" type="pres">
      <dgm:prSet presAssocID="{FD6CC3F9-A384-4E66-8A51-53B6FDE66332}" presName="tx1" presStyleLbl="revTx" presStyleIdx="3" presStyleCnt="8"/>
      <dgm:spPr/>
      <dgm:t>
        <a:bodyPr/>
        <a:lstStyle/>
        <a:p>
          <a:endParaRPr lang="en-US"/>
        </a:p>
      </dgm:t>
    </dgm:pt>
    <dgm:pt modelId="{45CE8204-EC74-4213-A52B-6C0291EA10AB}" type="pres">
      <dgm:prSet presAssocID="{FD6CC3F9-A384-4E66-8A51-53B6FDE66332}" presName="vert1" presStyleCnt="0"/>
      <dgm:spPr/>
    </dgm:pt>
    <dgm:pt modelId="{9ACEBB8C-FC0D-439D-8EE0-B728440D01D9}" type="pres">
      <dgm:prSet presAssocID="{A79C8B4B-56D3-4E58-A58C-681E17B33BED}" presName="thickLine" presStyleLbl="alignNode1" presStyleIdx="4" presStyleCnt="8"/>
      <dgm:spPr/>
    </dgm:pt>
    <dgm:pt modelId="{9A3627D4-574C-4D7E-A90E-528E69868391}" type="pres">
      <dgm:prSet presAssocID="{A79C8B4B-56D3-4E58-A58C-681E17B33BED}" presName="horz1" presStyleCnt="0"/>
      <dgm:spPr/>
    </dgm:pt>
    <dgm:pt modelId="{E7537CF5-67A9-44BC-80D1-592C02A7DA8A}" type="pres">
      <dgm:prSet presAssocID="{A79C8B4B-56D3-4E58-A58C-681E17B33BED}" presName="tx1" presStyleLbl="revTx" presStyleIdx="4" presStyleCnt="8"/>
      <dgm:spPr/>
      <dgm:t>
        <a:bodyPr/>
        <a:lstStyle/>
        <a:p>
          <a:endParaRPr lang="en-US"/>
        </a:p>
      </dgm:t>
    </dgm:pt>
    <dgm:pt modelId="{61FAE1A9-009F-44E9-88DA-60EF66210828}" type="pres">
      <dgm:prSet presAssocID="{A79C8B4B-56D3-4E58-A58C-681E17B33BED}" presName="vert1" presStyleCnt="0"/>
      <dgm:spPr/>
    </dgm:pt>
    <dgm:pt modelId="{4A0311A1-6D26-486B-8297-1674A516CFC1}" type="pres">
      <dgm:prSet presAssocID="{D60FA15B-450C-4048-B732-3BD149F0E4EA}" presName="thickLine" presStyleLbl="alignNode1" presStyleIdx="5" presStyleCnt="8"/>
      <dgm:spPr/>
    </dgm:pt>
    <dgm:pt modelId="{6F8FEF6E-BDB3-4571-A35A-9229C4E103FB}" type="pres">
      <dgm:prSet presAssocID="{D60FA15B-450C-4048-B732-3BD149F0E4EA}" presName="horz1" presStyleCnt="0"/>
      <dgm:spPr/>
    </dgm:pt>
    <dgm:pt modelId="{BB213980-9A20-4468-894E-F2BC56572EAE}" type="pres">
      <dgm:prSet presAssocID="{D60FA15B-450C-4048-B732-3BD149F0E4EA}" presName="tx1" presStyleLbl="revTx" presStyleIdx="5" presStyleCnt="8"/>
      <dgm:spPr/>
      <dgm:t>
        <a:bodyPr/>
        <a:lstStyle/>
        <a:p>
          <a:endParaRPr lang="en-US"/>
        </a:p>
      </dgm:t>
    </dgm:pt>
    <dgm:pt modelId="{6C567B42-7AB7-4872-A12A-738255DB9A19}" type="pres">
      <dgm:prSet presAssocID="{D60FA15B-450C-4048-B732-3BD149F0E4EA}" presName="vert1" presStyleCnt="0"/>
      <dgm:spPr/>
    </dgm:pt>
    <dgm:pt modelId="{83710DAE-3326-4C62-92AD-28A390601B81}" type="pres">
      <dgm:prSet presAssocID="{6F1237A6-096B-43AC-A838-F1A8776E8873}" presName="thickLine" presStyleLbl="alignNode1" presStyleIdx="6" presStyleCnt="8"/>
      <dgm:spPr/>
    </dgm:pt>
    <dgm:pt modelId="{9C0A16F3-7F47-473F-BC2C-737F0B0C27DB}" type="pres">
      <dgm:prSet presAssocID="{6F1237A6-096B-43AC-A838-F1A8776E8873}" presName="horz1" presStyleCnt="0"/>
      <dgm:spPr/>
    </dgm:pt>
    <dgm:pt modelId="{4BA72FA9-C177-4744-A8C5-70B001A68175}" type="pres">
      <dgm:prSet presAssocID="{6F1237A6-096B-43AC-A838-F1A8776E8873}" presName="tx1" presStyleLbl="revTx" presStyleIdx="6" presStyleCnt="8"/>
      <dgm:spPr/>
      <dgm:t>
        <a:bodyPr/>
        <a:lstStyle/>
        <a:p>
          <a:endParaRPr lang="en-US"/>
        </a:p>
      </dgm:t>
    </dgm:pt>
    <dgm:pt modelId="{A0A7E358-AD90-494D-8B41-CCC33018735D}" type="pres">
      <dgm:prSet presAssocID="{6F1237A6-096B-43AC-A838-F1A8776E8873}" presName="vert1" presStyleCnt="0"/>
      <dgm:spPr/>
    </dgm:pt>
    <dgm:pt modelId="{130F0886-841E-49D5-8E85-8CB7A84269C1}" type="pres">
      <dgm:prSet presAssocID="{A4B9FE54-178D-443A-A453-D17B0F6D1006}" presName="thickLine" presStyleLbl="alignNode1" presStyleIdx="7" presStyleCnt="8"/>
      <dgm:spPr/>
    </dgm:pt>
    <dgm:pt modelId="{B4D8B702-F8B5-419A-A2B0-0ACEFE8CD9C4}" type="pres">
      <dgm:prSet presAssocID="{A4B9FE54-178D-443A-A453-D17B0F6D1006}" presName="horz1" presStyleCnt="0"/>
      <dgm:spPr/>
    </dgm:pt>
    <dgm:pt modelId="{DB858230-7871-42A6-924A-0C26FC7CCD85}" type="pres">
      <dgm:prSet presAssocID="{A4B9FE54-178D-443A-A453-D17B0F6D1006}" presName="tx1" presStyleLbl="revTx" presStyleIdx="7" presStyleCnt="8"/>
      <dgm:spPr/>
      <dgm:t>
        <a:bodyPr/>
        <a:lstStyle/>
        <a:p>
          <a:endParaRPr lang="en-US"/>
        </a:p>
      </dgm:t>
    </dgm:pt>
    <dgm:pt modelId="{A0BE11E9-614B-4C04-9E94-69CD4D899BD6}" type="pres">
      <dgm:prSet presAssocID="{A4B9FE54-178D-443A-A453-D17B0F6D1006}" presName="vert1" presStyleCnt="0"/>
      <dgm:spPr/>
    </dgm:pt>
  </dgm:ptLst>
  <dgm:cxnLst>
    <dgm:cxn modelId="{32C1C6E0-010A-44B6-ACF4-0F217509E4F1}" srcId="{7126D62B-BF10-4351-AEF6-0B2415DB9A53}" destId="{D1D96CC1-5581-4436-AE14-E3754DD1EFEB}" srcOrd="2" destOrd="0" parTransId="{D34166BD-6F92-4325-9D7A-9CABECA03802}" sibTransId="{D698F106-4D2B-43DC-9990-2DF331F6F374}"/>
    <dgm:cxn modelId="{21CD6A5D-EF7C-4957-9E12-FD82661BD0DD}" srcId="{7126D62B-BF10-4351-AEF6-0B2415DB9A53}" destId="{FD6CC3F9-A384-4E66-8A51-53B6FDE66332}" srcOrd="3" destOrd="0" parTransId="{C371EC0B-18F8-48D0-BEB3-F9340E45D132}" sibTransId="{943B1243-1650-4C62-BE45-11352126DF5A}"/>
    <dgm:cxn modelId="{79841472-DC03-4259-9F7D-FF55E7F9D9E8}" srcId="{7126D62B-BF10-4351-AEF6-0B2415DB9A53}" destId="{A4B9FE54-178D-443A-A453-D17B0F6D1006}" srcOrd="7" destOrd="0" parTransId="{2D99EBD4-A8FB-40AB-A24A-89FDFDCC91A9}" sibTransId="{6A639D6C-2519-4528-9156-62AA5972B779}"/>
    <dgm:cxn modelId="{4E756633-7591-438C-BD0E-B095EA2E638E}" srcId="{7126D62B-BF10-4351-AEF6-0B2415DB9A53}" destId="{A79C8B4B-56D3-4E58-A58C-681E17B33BED}" srcOrd="4" destOrd="0" parTransId="{4DD1EDC7-A414-4DEE-804D-27D3BD7B8843}" sibTransId="{17D35FCF-3C44-47A4-850F-2472BCB788A1}"/>
    <dgm:cxn modelId="{DDE7FD79-2D04-4A01-A046-4A901FBCC895}" type="presOf" srcId="{FD6CC3F9-A384-4E66-8A51-53B6FDE66332}" destId="{3C6735E5-7DF4-47BC-9B28-1D026B6E9F7F}" srcOrd="0" destOrd="0" presId="urn:microsoft.com/office/officeart/2008/layout/LinedList"/>
    <dgm:cxn modelId="{D238629D-61CD-4888-A4BA-1D2FC34BC8E8}" type="presOf" srcId="{6F1237A6-096B-43AC-A838-F1A8776E8873}" destId="{4BA72FA9-C177-4744-A8C5-70B001A68175}" srcOrd="0" destOrd="0" presId="urn:microsoft.com/office/officeart/2008/layout/LinedList"/>
    <dgm:cxn modelId="{562CC667-323F-4E89-80F6-40A0DEB09A6A}" srcId="{7126D62B-BF10-4351-AEF6-0B2415DB9A53}" destId="{D60FA15B-450C-4048-B732-3BD149F0E4EA}" srcOrd="5" destOrd="0" parTransId="{05E293F4-82D0-4D7E-8C8B-E2CFF3481F4B}" sibTransId="{90A00F36-EC50-49AC-A9AA-F5C2590B0CB7}"/>
    <dgm:cxn modelId="{236002BC-1B47-4681-8850-48D7E4ED8FEB}" type="presOf" srcId="{A79C8B4B-56D3-4E58-A58C-681E17B33BED}" destId="{E7537CF5-67A9-44BC-80D1-592C02A7DA8A}" srcOrd="0" destOrd="0" presId="urn:microsoft.com/office/officeart/2008/layout/LinedList"/>
    <dgm:cxn modelId="{5E104983-31D7-4DE4-BBC5-EB7986A2D6C8}" srcId="{7126D62B-BF10-4351-AEF6-0B2415DB9A53}" destId="{8830876A-CE33-49EC-A25B-14339F374360}" srcOrd="1" destOrd="0" parTransId="{AFA14B86-109C-402F-BA55-CDF5CD44314D}" sibTransId="{9ACE58A5-E90A-4AEB-9741-42614931DFBC}"/>
    <dgm:cxn modelId="{3C28B7D6-77D3-42B1-BA0C-27809962AA5B}" type="presOf" srcId="{8830876A-CE33-49EC-A25B-14339F374360}" destId="{E628DE20-1F5F-4D9C-B103-31B9388D1ED2}" srcOrd="0" destOrd="0" presId="urn:microsoft.com/office/officeart/2008/layout/LinedList"/>
    <dgm:cxn modelId="{4C38EA62-E3C9-49AE-8E10-ABCB76C19577}" srcId="{7126D62B-BF10-4351-AEF6-0B2415DB9A53}" destId="{9261C868-C568-4AA4-A1D6-F484C20D6726}" srcOrd="0" destOrd="0" parTransId="{ABAE2AF2-067D-4020-9497-C0D9F05FC956}" sibTransId="{E65F3E33-3404-4A9C-9D0C-2BA6B2DB0572}"/>
    <dgm:cxn modelId="{45AAE707-7A05-4373-BD7A-59C95D562267}" type="presOf" srcId="{D1D96CC1-5581-4436-AE14-E3754DD1EFEB}" destId="{04D7813C-8A56-4771-B1E7-A6C685FAB4F3}" srcOrd="0" destOrd="0" presId="urn:microsoft.com/office/officeart/2008/layout/LinedList"/>
    <dgm:cxn modelId="{98D61DC6-650D-45C9-BBD2-070F87985C88}" type="presOf" srcId="{7126D62B-BF10-4351-AEF6-0B2415DB9A53}" destId="{28E37E95-AF4A-493C-A483-EF6758039140}" srcOrd="0" destOrd="0" presId="urn:microsoft.com/office/officeart/2008/layout/LinedList"/>
    <dgm:cxn modelId="{234EB937-FB15-40D9-9AB0-2C4BF833865A}" type="presOf" srcId="{D60FA15B-450C-4048-B732-3BD149F0E4EA}" destId="{BB213980-9A20-4468-894E-F2BC56572EAE}" srcOrd="0" destOrd="0" presId="urn:microsoft.com/office/officeart/2008/layout/LinedList"/>
    <dgm:cxn modelId="{B9FA6D06-3AC8-4A40-A898-DE44CA7C8B1B}" type="presOf" srcId="{A4B9FE54-178D-443A-A453-D17B0F6D1006}" destId="{DB858230-7871-42A6-924A-0C26FC7CCD85}" srcOrd="0" destOrd="0" presId="urn:microsoft.com/office/officeart/2008/layout/LinedList"/>
    <dgm:cxn modelId="{68C12256-8A24-410A-8D25-6D9C17573403}" type="presOf" srcId="{9261C868-C568-4AA4-A1D6-F484C20D6726}" destId="{BE06B5D5-A303-4888-965E-94F5BE744F67}" srcOrd="0" destOrd="0" presId="urn:microsoft.com/office/officeart/2008/layout/LinedList"/>
    <dgm:cxn modelId="{2B7DF550-6DB9-4E6B-BC22-FA51065E1043}" srcId="{7126D62B-BF10-4351-AEF6-0B2415DB9A53}" destId="{6F1237A6-096B-43AC-A838-F1A8776E8873}" srcOrd="6" destOrd="0" parTransId="{3B584D36-4B2D-4354-9005-DEBCA0582052}" sibTransId="{D2D9E591-14A1-470E-8321-E95DF544BF31}"/>
    <dgm:cxn modelId="{535EFCE4-FC61-416C-8DD7-26D474B9C871}" type="presParOf" srcId="{28E37E95-AF4A-493C-A483-EF6758039140}" destId="{92B4B866-91BF-4380-B238-B5C8328D0DF1}" srcOrd="0" destOrd="0" presId="urn:microsoft.com/office/officeart/2008/layout/LinedList"/>
    <dgm:cxn modelId="{E09F4F04-C81A-499A-AD7D-2C7438E55B53}" type="presParOf" srcId="{28E37E95-AF4A-493C-A483-EF6758039140}" destId="{6AF24228-1FA2-4942-BCDE-C1C3397C18E8}" srcOrd="1" destOrd="0" presId="urn:microsoft.com/office/officeart/2008/layout/LinedList"/>
    <dgm:cxn modelId="{9D29C838-0125-403D-BF37-AD845013136C}" type="presParOf" srcId="{6AF24228-1FA2-4942-BCDE-C1C3397C18E8}" destId="{BE06B5D5-A303-4888-965E-94F5BE744F67}" srcOrd="0" destOrd="0" presId="urn:microsoft.com/office/officeart/2008/layout/LinedList"/>
    <dgm:cxn modelId="{54555BC8-E599-4E4B-84D4-8C238303790C}" type="presParOf" srcId="{6AF24228-1FA2-4942-BCDE-C1C3397C18E8}" destId="{30609B42-0F3C-4904-BA41-4E51AF8EED76}" srcOrd="1" destOrd="0" presId="urn:microsoft.com/office/officeart/2008/layout/LinedList"/>
    <dgm:cxn modelId="{738BF641-8B7B-4640-9EB5-A74B077D7BC3}" type="presParOf" srcId="{28E37E95-AF4A-493C-A483-EF6758039140}" destId="{821ED78A-8E61-43C4-91EC-996B1A4B7C10}" srcOrd="2" destOrd="0" presId="urn:microsoft.com/office/officeart/2008/layout/LinedList"/>
    <dgm:cxn modelId="{4481BA26-9C30-4976-BC2C-4431E9D7D70E}" type="presParOf" srcId="{28E37E95-AF4A-493C-A483-EF6758039140}" destId="{519CF3ED-8E52-439F-8D36-A0FBE2B7D0C8}" srcOrd="3" destOrd="0" presId="urn:microsoft.com/office/officeart/2008/layout/LinedList"/>
    <dgm:cxn modelId="{C82DF051-D98A-4241-AD85-9002C5D52954}" type="presParOf" srcId="{519CF3ED-8E52-439F-8D36-A0FBE2B7D0C8}" destId="{E628DE20-1F5F-4D9C-B103-31B9388D1ED2}" srcOrd="0" destOrd="0" presId="urn:microsoft.com/office/officeart/2008/layout/LinedList"/>
    <dgm:cxn modelId="{F4914D67-018D-4B0E-A9B2-16C487078178}" type="presParOf" srcId="{519CF3ED-8E52-439F-8D36-A0FBE2B7D0C8}" destId="{B3E0B22B-2D53-46AA-B7E8-2ECAD14163B2}" srcOrd="1" destOrd="0" presId="urn:microsoft.com/office/officeart/2008/layout/LinedList"/>
    <dgm:cxn modelId="{5493F256-4A76-4C22-AFF7-B7CA0185D098}" type="presParOf" srcId="{28E37E95-AF4A-493C-A483-EF6758039140}" destId="{3DAEE02B-47C1-41E9-BA4D-D5056A9C3416}" srcOrd="4" destOrd="0" presId="urn:microsoft.com/office/officeart/2008/layout/LinedList"/>
    <dgm:cxn modelId="{7992F1FB-C41B-44C3-BE72-11AB52AC2CFB}" type="presParOf" srcId="{28E37E95-AF4A-493C-A483-EF6758039140}" destId="{BF91E853-874C-414F-9BD1-4CD39C3D68A4}" srcOrd="5" destOrd="0" presId="urn:microsoft.com/office/officeart/2008/layout/LinedList"/>
    <dgm:cxn modelId="{215DD693-3302-4C2E-A737-38BCD2BF3262}" type="presParOf" srcId="{BF91E853-874C-414F-9BD1-4CD39C3D68A4}" destId="{04D7813C-8A56-4771-B1E7-A6C685FAB4F3}" srcOrd="0" destOrd="0" presId="urn:microsoft.com/office/officeart/2008/layout/LinedList"/>
    <dgm:cxn modelId="{A327525E-920E-4A70-8292-A05965A82880}" type="presParOf" srcId="{BF91E853-874C-414F-9BD1-4CD39C3D68A4}" destId="{4F731A21-1C34-48C2-8634-F804207F0C79}" srcOrd="1" destOrd="0" presId="urn:microsoft.com/office/officeart/2008/layout/LinedList"/>
    <dgm:cxn modelId="{442B2B7F-87CD-4E47-B090-BAB04126E26B}" type="presParOf" srcId="{28E37E95-AF4A-493C-A483-EF6758039140}" destId="{33C2C68F-F980-431C-AFF9-9E378201B390}" srcOrd="6" destOrd="0" presId="urn:microsoft.com/office/officeart/2008/layout/LinedList"/>
    <dgm:cxn modelId="{060B22E4-23F2-44E7-8ADF-8D2E7DA649C6}" type="presParOf" srcId="{28E37E95-AF4A-493C-A483-EF6758039140}" destId="{C89B6654-3BDC-4878-B404-7C91E6FBAF19}" srcOrd="7" destOrd="0" presId="urn:microsoft.com/office/officeart/2008/layout/LinedList"/>
    <dgm:cxn modelId="{BB65C3D2-C854-49DF-9221-87B7FF352B45}" type="presParOf" srcId="{C89B6654-3BDC-4878-B404-7C91E6FBAF19}" destId="{3C6735E5-7DF4-47BC-9B28-1D026B6E9F7F}" srcOrd="0" destOrd="0" presId="urn:microsoft.com/office/officeart/2008/layout/LinedList"/>
    <dgm:cxn modelId="{49A92313-EEB7-4DD9-BFC6-2D2651ACFD84}" type="presParOf" srcId="{C89B6654-3BDC-4878-B404-7C91E6FBAF19}" destId="{45CE8204-EC74-4213-A52B-6C0291EA10AB}" srcOrd="1" destOrd="0" presId="urn:microsoft.com/office/officeart/2008/layout/LinedList"/>
    <dgm:cxn modelId="{60EDD8C7-802B-49F7-AC56-7682016FD182}" type="presParOf" srcId="{28E37E95-AF4A-493C-A483-EF6758039140}" destId="{9ACEBB8C-FC0D-439D-8EE0-B728440D01D9}" srcOrd="8" destOrd="0" presId="urn:microsoft.com/office/officeart/2008/layout/LinedList"/>
    <dgm:cxn modelId="{FEF1A8BC-966D-4D70-A4AA-B335698E3993}" type="presParOf" srcId="{28E37E95-AF4A-493C-A483-EF6758039140}" destId="{9A3627D4-574C-4D7E-A90E-528E69868391}" srcOrd="9" destOrd="0" presId="urn:microsoft.com/office/officeart/2008/layout/LinedList"/>
    <dgm:cxn modelId="{8ED9AF75-5CFA-4D3F-B3D7-16DA77F8621F}" type="presParOf" srcId="{9A3627D4-574C-4D7E-A90E-528E69868391}" destId="{E7537CF5-67A9-44BC-80D1-592C02A7DA8A}" srcOrd="0" destOrd="0" presId="urn:microsoft.com/office/officeart/2008/layout/LinedList"/>
    <dgm:cxn modelId="{DEAF3EB4-6A04-41F5-BD0E-BAD8354C101E}" type="presParOf" srcId="{9A3627D4-574C-4D7E-A90E-528E69868391}" destId="{61FAE1A9-009F-44E9-88DA-60EF66210828}" srcOrd="1" destOrd="0" presId="urn:microsoft.com/office/officeart/2008/layout/LinedList"/>
    <dgm:cxn modelId="{CF8DA73B-C334-4518-BF0E-4E29A5FE15D6}" type="presParOf" srcId="{28E37E95-AF4A-493C-A483-EF6758039140}" destId="{4A0311A1-6D26-486B-8297-1674A516CFC1}" srcOrd="10" destOrd="0" presId="urn:microsoft.com/office/officeart/2008/layout/LinedList"/>
    <dgm:cxn modelId="{B46A4EA2-E649-4278-8EAD-2240121B5EDB}" type="presParOf" srcId="{28E37E95-AF4A-493C-A483-EF6758039140}" destId="{6F8FEF6E-BDB3-4571-A35A-9229C4E103FB}" srcOrd="11" destOrd="0" presId="urn:microsoft.com/office/officeart/2008/layout/LinedList"/>
    <dgm:cxn modelId="{B03FFFAC-03F8-40C5-8315-B5E0E9F985D6}" type="presParOf" srcId="{6F8FEF6E-BDB3-4571-A35A-9229C4E103FB}" destId="{BB213980-9A20-4468-894E-F2BC56572EAE}" srcOrd="0" destOrd="0" presId="urn:microsoft.com/office/officeart/2008/layout/LinedList"/>
    <dgm:cxn modelId="{00C47B7A-2CC0-4C47-AE27-7807F9FF6A1A}" type="presParOf" srcId="{6F8FEF6E-BDB3-4571-A35A-9229C4E103FB}" destId="{6C567B42-7AB7-4872-A12A-738255DB9A19}" srcOrd="1" destOrd="0" presId="urn:microsoft.com/office/officeart/2008/layout/LinedList"/>
    <dgm:cxn modelId="{BCE3F3A3-0C20-4866-AD6C-67E98C74F937}" type="presParOf" srcId="{28E37E95-AF4A-493C-A483-EF6758039140}" destId="{83710DAE-3326-4C62-92AD-28A390601B81}" srcOrd="12" destOrd="0" presId="urn:microsoft.com/office/officeart/2008/layout/LinedList"/>
    <dgm:cxn modelId="{48701E7E-7FCB-4F12-9CE1-14A4C4B28763}" type="presParOf" srcId="{28E37E95-AF4A-493C-A483-EF6758039140}" destId="{9C0A16F3-7F47-473F-BC2C-737F0B0C27DB}" srcOrd="13" destOrd="0" presId="urn:microsoft.com/office/officeart/2008/layout/LinedList"/>
    <dgm:cxn modelId="{2B5C6AB2-1A8E-483C-995E-2EEE03EF05BC}" type="presParOf" srcId="{9C0A16F3-7F47-473F-BC2C-737F0B0C27DB}" destId="{4BA72FA9-C177-4744-A8C5-70B001A68175}" srcOrd="0" destOrd="0" presId="urn:microsoft.com/office/officeart/2008/layout/LinedList"/>
    <dgm:cxn modelId="{E8AA2CAC-4C06-4CF7-91DA-D8D9355BB6E2}" type="presParOf" srcId="{9C0A16F3-7F47-473F-BC2C-737F0B0C27DB}" destId="{A0A7E358-AD90-494D-8B41-CCC33018735D}" srcOrd="1" destOrd="0" presId="urn:microsoft.com/office/officeart/2008/layout/LinedList"/>
    <dgm:cxn modelId="{0EBD295B-505B-4FE5-9A17-DE48793C0D62}" type="presParOf" srcId="{28E37E95-AF4A-493C-A483-EF6758039140}" destId="{130F0886-841E-49D5-8E85-8CB7A84269C1}" srcOrd="14" destOrd="0" presId="urn:microsoft.com/office/officeart/2008/layout/LinedList"/>
    <dgm:cxn modelId="{922890AF-1BA8-4B2A-967C-9107E75F3B2F}" type="presParOf" srcId="{28E37E95-AF4A-493C-A483-EF6758039140}" destId="{B4D8B702-F8B5-419A-A2B0-0ACEFE8CD9C4}" srcOrd="15" destOrd="0" presId="urn:microsoft.com/office/officeart/2008/layout/LinedList"/>
    <dgm:cxn modelId="{A4A5B83C-D5D1-4781-B82F-E68337CCF535}" type="presParOf" srcId="{B4D8B702-F8B5-419A-A2B0-0ACEFE8CD9C4}" destId="{DB858230-7871-42A6-924A-0C26FC7CCD85}" srcOrd="0" destOrd="0" presId="urn:microsoft.com/office/officeart/2008/layout/LinedList"/>
    <dgm:cxn modelId="{4CAFA500-9425-4A1B-9E2C-2D5A63F9EBDA}" type="presParOf" srcId="{B4D8B702-F8B5-419A-A2B0-0ACEFE8CD9C4}" destId="{A0BE11E9-614B-4C04-9E94-69CD4D899BD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FD09D-D5E8-42FB-90E2-DB9CB24D7467}">
      <dsp:nvSpPr>
        <dsp:cNvPr id="0" name=""/>
        <dsp:cNvSpPr/>
      </dsp:nvSpPr>
      <dsp:spPr>
        <a:xfrm>
          <a:off x="0" y="494"/>
          <a:ext cx="6949440" cy="6806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6266B9-9799-4B70-BB98-FAD304F27B9D}">
      <dsp:nvSpPr>
        <dsp:cNvPr id="0" name=""/>
        <dsp:cNvSpPr/>
      </dsp:nvSpPr>
      <dsp:spPr>
        <a:xfrm>
          <a:off x="205901" y="153643"/>
          <a:ext cx="374365" cy="3743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1EACFC-46C9-4291-98D8-7382D6C56AB7}">
      <dsp:nvSpPr>
        <dsp:cNvPr id="0" name=""/>
        <dsp:cNvSpPr/>
      </dsp:nvSpPr>
      <dsp:spPr>
        <a:xfrm>
          <a:off x="786167" y="494"/>
          <a:ext cx="6163272" cy="680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37" tIns="72037" rIns="72037" bIns="72037" numCol="1" spcCol="1270" anchor="ctr" anchorCtr="0">
          <a:noAutofit/>
        </a:bodyPr>
        <a:lstStyle/>
        <a:p>
          <a:pPr lvl="0" algn="l" defTabSz="711200">
            <a:lnSpc>
              <a:spcPct val="90000"/>
            </a:lnSpc>
            <a:spcBef>
              <a:spcPct val="0"/>
            </a:spcBef>
            <a:spcAft>
              <a:spcPct val="35000"/>
            </a:spcAft>
          </a:pPr>
          <a:r>
            <a:rPr lang="en-IN" sz="1600" kern="1200"/>
            <a:t>Create personalized learning profiles for students. </a:t>
          </a:r>
          <a:endParaRPr lang="en-US" sz="1600" kern="1200"/>
        </a:p>
      </dsp:txBody>
      <dsp:txXfrm>
        <a:off x="786167" y="494"/>
        <a:ext cx="6163272" cy="680664"/>
      </dsp:txXfrm>
    </dsp:sp>
    <dsp:sp modelId="{8B53FD3D-1BEC-4EDC-90FC-B58AA7D16C5B}">
      <dsp:nvSpPr>
        <dsp:cNvPr id="0" name=""/>
        <dsp:cNvSpPr/>
      </dsp:nvSpPr>
      <dsp:spPr>
        <a:xfrm>
          <a:off x="0" y="851325"/>
          <a:ext cx="6949440" cy="6806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601152-8E73-416B-9E3C-5E9E767CA923}">
      <dsp:nvSpPr>
        <dsp:cNvPr id="0" name=""/>
        <dsp:cNvSpPr/>
      </dsp:nvSpPr>
      <dsp:spPr>
        <a:xfrm>
          <a:off x="205901" y="1004474"/>
          <a:ext cx="374365" cy="3743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F0FB09-B7C2-42F3-881D-BE2090F2BA0A}">
      <dsp:nvSpPr>
        <dsp:cNvPr id="0" name=""/>
        <dsp:cNvSpPr/>
      </dsp:nvSpPr>
      <dsp:spPr>
        <a:xfrm>
          <a:off x="786167" y="851325"/>
          <a:ext cx="6163272" cy="680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37" tIns="72037" rIns="72037" bIns="72037" numCol="1" spcCol="1270" anchor="ctr" anchorCtr="0">
          <a:noAutofit/>
        </a:bodyPr>
        <a:lstStyle/>
        <a:p>
          <a:pPr lvl="0" algn="l" defTabSz="711200">
            <a:lnSpc>
              <a:spcPct val="90000"/>
            </a:lnSpc>
            <a:spcBef>
              <a:spcPct val="0"/>
            </a:spcBef>
            <a:spcAft>
              <a:spcPct val="35000"/>
            </a:spcAft>
          </a:pPr>
          <a:r>
            <a:rPr lang="en-IN" sz="1600" kern="1200"/>
            <a:t>Analyze </a:t>
          </a:r>
          <a:r>
            <a:rPr lang="en-IN" sz="1600" b="1" kern="1200"/>
            <a:t>skills, interests, performance, and learning history</a:t>
          </a:r>
          <a:r>
            <a:rPr lang="en-IN" sz="1600" kern="1200"/>
            <a:t>. </a:t>
          </a:r>
          <a:endParaRPr lang="en-US" sz="1600" kern="1200"/>
        </a:p>
      </dsp:txBody>
      <dsp:txXfrm>
        <a:off x="786167" y="851325"/>
        <a:ext cx="6163272" cy="680664"/>
      </dsp:txXfrm>
    </dsp:sp>
    <dsp:sp modelId="{E6C64D58-4937-4A2E-8E94-9FF192F23F46}">
      <dsp:nvSpPr>
        <dsp:cNvPr id="0" name=""/>
        <dsp:cNvSpPr/>
      </dsp:nvSpPr>
      <dsp:spPr>
        <a:xfrm>
          <a:off x="0" y="1702155"/>
          <a:ext cx="6949440" cy="6806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B2EBE4-499F-4EDA-9BBA-4775B6EA0110}">
      <dsp:nvSpPr>
        <dsp:cNvPr id="0" name=""/>
        <dsp:cNvSpPr/>
      </dsp:nvSpPr>
      <dsp:spPr>
        <a:xfrm>
          <a:off x="205901" y="1855305"/>
          <a:ext cx="374365" cy="3743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34614B-3189-4F09-87CA-E1D83C5234F9}">
      <dsp:nvSpPr>
        <dsp:cNvPr id="0" name=""/>
        <dsp:cNvSpPr/>
      </dsp:nvSpPr>
      <dsp:spPr>
        <a:xfrm>
          <a:off x="786167" y="1702155"/>
          <a:ext cx="6163272" cy="680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37" tIns="72037" rIns="72037" bIns="72037" numCol="1" spcCol="1270" anchor="ctr" anchorCtr="0">
          <a:noAutofit/>
        </a:bodyPr>
        <a:lstStyle/>
        <a:p>
          <a:pPr lvl="0" algn="l" defTabSz="711200">
            <a:lnSpc>
              <a:spcPct val="90000"/>
            </a:lnSpc>
            <a:spcBef>
              <a:spcPct val="0"/>
            </a:spcBef>
            <a:spcAft>
              <a:spcPct val="35000"/>
            </a:spcAft>
          </a:pPr>
          <a:r>
            <a:rPr lang="en-IN" sz="1600" kern="1200"/>
            <a:t>Recommend relevant courses using AI/LLM. </a:t>
          </a:r>
          <a:endParaRPr lang="en-US" sz="1600" kern="1200"/>
        </a:p>
      </dsp:txBody>
      <dsp:txXfrm>
        <a:off x="786167" y="1702155"/>
        <a:ext cx="6163272" cy="680664"/>
      </dsp:txXfrm>
    </dsp:sp>
    <dsp:sp modelId="{26135693-8A39-4460-87AD-0B18316379BB}">
      <dsp:nvSpPr>
        <dsp:cNvPr id="0" name=""/>
        <dsp:cNvSpPr/>
      </dsp:nvSpPr>
      <dsp:spPr>
        <a:xfrm>
          <a:off x="0" y="2552986"/>
          <a:ext cx="6949440" cy="6806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AE0CC9-8194-4AB7-8D4E-3E97F51EE3E5}">
      <dsp:nvSpPr>
        <dsp:cNvPr id="0" name=""/>
        <dsp:cNvSpPr/>
      </dsp:nvSpPr>
      <dsp:spPr>
        <a:xfrm>
          <a:off x="205901" y="2706136"/>
          <a:ext cx="374365" cy="3743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221EA8-6580-454A-BF98-778D65617593}">
      <dsp:nvSpPr>
        <dsp:cNvPr id="0" name=""/>
        <dsp:cNvSpPr/>
      </dsp:nvSpPr>
      <dsp:spPr>
        <a:xfrm>
          <a:off x="786167" y="2552986"/>
          <a:ext cx="6163272" cy="680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37" tIns="72037" rIns="72037" bIns="72037" numCol="1" spcCol="1270" anchor="ctr" anchorCtr="0">
          <a:noAutofit/>
        </a:bodyPr>
        <a:lstStyle/>
        <a:p>
          <a:pPr lvl="0" algn="l" defTabSz="711200">
            <a:lnSpc>
              <a:spcPct val="90000"/>
            </a:lnSpc>
            <a:spcBef>
              <a:spcPct val="0"/>
            </a:spcBef>
            <a:spcAft>
              <a:spcPct val="35000"/>
            </a:spcAft>
          </a:pPr>
          <a:r>
            <a:rPr lang="en-IN" sz="1600" kern="1200"/>
            <a:t>Identify knowledge gaps. </a:t>
          </a:r>
          <a:endParaRPr lang="en-US" sz="1600" kern="1200"/>
        </a:p>
      </dsp:txBody>
      <dsp:txXfrm>
        <a:off x="786167" y="2552986"/>
        <a:ext cx="6163272" cy="680664"/>
      </dsp:txXfrm>
    </dsp:sp>
    <dsp:sp modelId="{C522E62E-6220-47E2-8757-5212CFBB9A46}">
      <dsp:nvSpPr>
        <dsp:cNvPr id="0" name=""/>
        <dsp:cNvSpPr/>
      </dsp:nvSpPr>
      <dsp:spPr>
        <a:xfrm>
          <a:off x="0" y="3403817"/>
          <a:ext cx="6949440" cy="6806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D9C168-C04A-4550-8C96-C5CF342B3343}">
      <dsp:nvSpPr>
        <dsp:cNvPr id="0" name=""/>
        <dsp:cNvSpPr/>
      </dsp:nvSpPr>
      <dsp:spPr>
        <a:xfrm>
          <a:off x="205901" y="3556966"/>
          <a:ext cx="374365" cy="3743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42E5A8-DEEB-421A-AABE-123E7CAEF3B4}">
      <dsp:nvSpPr>
        <dsp:cNvPr id="0" name=""/>
        <dsp:cNvSpPr/>
      </dsp:nvSpPr>
      <dsp:spPr>
        <a:xfrm>
          <a:off x="786167" y="3403817"/>
          <a:ext cx="6163272" cy="680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37" tIns="72037" rIns="72037" bIns="72037" numCol="1" spcCol="1270" anchor="ctr" anchorCtr="0">
          <a:noAutofit/>
        </a:bodyPr>
        <a:lstStyle/>
        <a:p>
          <a:pPr lvl="0" algn="l" defTabSz="711200">
            <a:lnSpc>
              <a:spcPct val="90000"/>
            </a:lnSpc>
            <a:spcBef>
              <a:spcPct val="0"/>
            </a:spcBef>
            <a:spcAft>
              <a:spcPct val="35000"/>
            </a:spcAft>
          </a:pPr>
          <a:r>
            <a:rPr lang="en-IN" sz="1600" kern="1200"/>
            <a:t>Adapt recommendations based on student progress. </a:t>
          </a:r>
          <a:endParaRPr lang="en-US" sz="1600" kern="1200"/>
        </a:p>
      </dsp:txBody>
      <dsp:txXfrm>
        <a:off x="786167" y="3403817"/>
        <a:ext cx="6163272" cy="680664"/>
      </dsp:txXfrm>
    </dsp:sp>
    <dsp:sp modelId="{E2258C5E-144B-4627-A157-8F9319C21204}">
      <dsp:nvSpPr>
        <dsp:cNvPr id="0" name=""/>
        <dsp:cNvSpPr/>
      </dsp:nvSpPr>
      <dsp:spPr>
        <a:xfrm>
          <a:off x="0" y="4254648"/>
          <a:ext cx="6949440" cy="6806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BE68C8-F8EA-4F89-A381-0A89ED784A8C}">
      <dsp:nvSpPr>
        <dsp:cNvPr id="0" name=""/>
        <dsp:cNvSpPr/>
      </dsp:nvSpPr>
      <dsp:spPr>
        <a:xfrm>
          <a:off x="205901" y="4407797"/>
          <a:ext cx="374365" cy="3743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FC5671-F580-43B8-8646-320F2599EB08}">
      <dsp:nvSpPr>
        <dsp:cNvPr id="0" name=""/>
        <dsp:cNvSpPr/>
      </dsp:nvSpPr>
      <dsp:spPr>
        <a:xfrm>
          <a:off x="786167" y="4254648"/>
          <a:ext cx="6163272" cy="680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37" tIns="72037" rIns="72037" bIns="72037" numCol="1" spcCol="1270" anchor="ctr" anchorCtr="0">
          <a:noAutofit/>
        </a:bodyPr>
        <a:lstStyle/>
        <a:p>
          <a:pPr lvl="0" algn="l" defTabSz="711200">
            <a:lnSpc>
              <a:spcPct val="90000"/>
            </a:lnSpc>
            <a:spcBef>
              <a:spcPct val="0"/>
            </a:spcBef>
            <a:spcAft>
              <a:spcPct val="35000"/>
            </a:spcAft>
          </a:pPr>
          <a:r>
            <a:rPr lang="en-IN" sz="1600" kern="1200"/>
            <a:t>Provide a simple and interactive web interface. </a:t>
          </a:r>
          <a:endParaRPr lang="en-US" sz="1600" kern="1200"/>
        </a:p>
      </dsp:txBody>
      <dsp:txXfrm>
        <a:off x="786167" y="4254648"/>
        <a:ext cx="6163272" cy="680664"/>
      </dsp:txXfrm>
    </dsp:sp>
    <dsp:sp modelId="{8A999466-87EE-44AF-B464-1470E54FCAEE}">
      <dsp:nvSpPr>
        <dsp:cNvPr id="0" name=""/>
        <dsp:cNvSpPr/>
      </dsp:nvSpPr>
      <dsp:spPr>
        <a:xfrm>
          <a:off x="0" y="5105478"/>
          <a:ext cx="6949440" cy="6806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E79F3E-1594-4A39-B695-E83E6F0C603C}">
      <dsp:nvSpPr>
        <dsp:cNvPr id="0" name=""/>
        <dsp:cNvSpPr/>
      </dsp:nvSpPr>
      <dsp:spPr>
        <a:xfrm>
          <a:off x="205901" y="5258628"/>
          <a:ext cx="374365" cy="37436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5D3707-58D8-46B4-A735-B51588EC2A97}">
      <dsp:nvSpPr>
        <dsp:cNvPr id="0" name=""/>
        <dsp:cNvSpPr/>
      </dsp:nvSpPr>
      <dsp:spPr>
        <a:xfrm>
          <a:off x="786167" y="5105478"/>
          <a:ext cx="6163272" cy="680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37" tIns="72037" rIns="72037" bIns="72037" numCol="1" spcCol="1270" anchor="ctr" anchorCtr="0">
          <a:noAutofit/>
        </a:bodyPr>
        <a:lstStyle/>
        <a:p>
          <a:pPr lvl="0" algn="l" defTabSz="711200">
            <a:lnSpc>
              <a:spcPct val="90000"/>
            </a:lnSpc>
            <a:spcBef>
              <a:spcPct val="0"/>
            </a:spcBef>
            <a:spcAft>
              <a:spcPct val="35000"/>
            </a:spcAft>
          </a:pPr>
          <a:r>
            <a:rPr lang="en-IN" sz="1600" kern="1200"/>
            <a:t>Monitor application performance and system health. </a:t>
          </a:r>
          <a:endParaRPr lang="en-US" sz="1600" kern="1200"/>
        </a:p>
      </dsp:txBody>
      <dsp:txXfrm>
        <a:off x="786167" y="5105478"/>
        <a:ext cx="6163272" cy="6806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BDD252-3CEE-4540-A436-7C168EC872E9}">
      <dsp:nvSpPr>
        <dsp:cNvPr id="0" name=""/>
        <dsp:cNvSpPr/>
      </dsp:nvSpPr>
      <dsp:spPr>
        <a:xfrm>
          <a:off x="0" y="7313"/>
          <a:ext cx="10653579" cy="37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a:t>React.js</a:t>
          </a:r>
          <a:r>
            <a:rPr lang="en-IN" sz="1600" kern="1200"/>
            <a:t> – Frontend user interface </a:t>
          </a:r>
          <a:endParaRPr lang="en-US" sz="1600" kern="1200"/>
        </a:p>
      </dsp:txBody>
      <dsp:txXfrm>
        <a:off x="18277" y="25590"/>
        <a:ext cx="10617025" cy="337846"/>
      </dsp:txXfrm>
    </dsp:sp>
    <dsp:sp modelId="{F3686F64-C944-45C6-BBEB-3D9E03BCD3A4}">
      <dsp:nvSpPr>
        <dsp:cNvPr id="0" name=""/>
        <dsp:cNvSpPr/>
      </dsp:nvSpPr>
      <dsp:spPr>
        <a:xfrm>
          <a:off x="0" y="427793"/>
          <a:ext cx="10653579" cy="37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a:t>FastAPI (Python)</a:t>
          </a:r>
          <a:r>
            <a:rPr lang="en-IN" sz="1600" kern="1200"/>
            <a:t> – Backend REST APIs </a:t>
          </a:r>
          <a:endParaRPr lang="en-US" sz="1600" kern="1200"/>
        </a:p>
      </dsp:txBody>
      <dsp:txXfrm>
        <a:off x="18277" y="446070"/>
        <a:ext cx="10617025" cy="337846"/>
      </dsp:txXfrm>
    </dsp:sp>
    <dsp:sp modelId="{9D3E56B2-C6B5-4B87-90B1-1945130E737F}">
      <dsp:nvSpPr>
        <dsp:cNvPr id="0" name=""/>
        <dsp:cNvSpPr/>
      </dsp:nvSpPr>
      <dsp:spPr>
        <a:xfrm>
          <a:off x="0" y="848273"/>
          <a:ext cx="10653579" cy="37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a:t>PostgreSQL</a:t>
          </a:r>
          <a:r>
            <a:rPr lang="en-IN" sz="1600" kern="1200"/>
            <a:t> – Database for users, courses, and learning progress </a:t>
          </a:r>
          <a:endParaRPr lang="en-US" sz="1600" kern="1200"/>
        </a:p>
      </dsp:txBody>
      <dsp:txXfrm>
        <a:off x="18277" y="866550"/>
        <a:ext cx="10617025" cy="337846"/>
      </dsp:txXfrm>
    </dsp:sp>
    <dsp:sp modelId="{4E4997BE-3D03-402F-AB6C-7D62D894B5E7}">
      <dsp:nvSpPr>
        <dsp:cNvPr id="0" name=""/>
        <dsp:cNvSpPr/>
      </dsp:nvSpPr>
      <dsp:spPr>
        <a:xfrm>
          <a:off x="0" y="1268753"/>
          <a:ext cx="10653579" cy="37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a:t>LLM API</a:t>
          </a:r>
          <a:r>
            <a:rPr lang="en-IN" sz="1600" kern="1200"/>
            <a:t> – AI-powered analysis and personalized course recommendations </a:t>
          </a:r>
          <a:endParaRPr lang="en-US" sz="1600" kern="1200"/>
        </a:p>
      </dsp:txBody>
      <dsp:txXfrm>
        <a:off x="18277" y="1287030"/>
        <a:ext cx="10617025" cy="337846"/>
      </dsp:txXfrm>
    </dsp:sp>
    <dsp:sp modelId="{D1E71448-A066-415F-B5C7-713288276F76}">
      <dsp:nvSpPr>
        <dsp:cNvPr id="0" name=""/>
        <dsp:cNvSpPr/>
      </dsp:nvSpPr>
      <dsp:spPr>
        <a:xfrm>
          <a:off x="0" y="1689233"/>
          <a:ext cx="10653579" cy="37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a:t>Docker</a:t>
          </a:r>
          <a:r>
            <a:rPr lang="en-IN" sz="1600" kern="1200"/>
            <a:t> – Application containerization and deployment </a:t>
          </a:r>
          <a:endParaRPr lang="en-US" sz="1600" kern="1200"/>
        </a:p>
      </dsp:txBody>
      <dsp:txXfrm>
        <a:off x="18277" y="1707510"/>
        <a:ext cx="10617025" cy="337846"/>
      </dsp:txXfrm>
    </dsp:sp>
    <dsp:sp modelId="{DB90ACFC-E078-4525-8B63-EEB451B527AC}">
      <dsp:nvSpPr>
        <dsp:cNvPr id="0" name=""/>
        <dsp:cNvSpPr/>
      </dsp:nvSpPr>
      <dsp:spPr>
        <a:xfrm>
          <a:off x="0" y="2109713"/>
          <a:ext cx="10653579" cy="37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a:t>GitHub</a:t>
          </a:r>
          <a:r>
            <a:rPr lang="en-IN" sz="1600" kern="1200"/>
            <a:t> – Source code management </a:t>
          </a:r>
          <a:endParaRPr lang="en-US" sz="1600" kern="1200"/>
        </a:p>
      </dsp:txBody>
      <dsp:txXfrm>
        <a:off x="18277" y="2127990"/>
        <a:ext cx="10617025" cy="337846"/>
      </dsp:txXfrm>
    </dsp:sp>
    <dsp:sp modelId="{3A525A54-E411-42CE-8C74-327C3ACC8792}">
      <dsp:nvSpPr>
        <dsp:cNvPr id="0" name=""/>
        <dsp:cNvSpPr/>
      </dsp:nvSpPr>
      <dsp:spPr>
        <a:xfrm>
          <a:off x="0" y="2530193"/>
          <a:ext cx="10653579" cy="37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a:t>GitHub Actions</a:t>
          </a:r>
          <a:r>
            <a:rPr lang="en-IN" sz="1600" kern="1200"/>
            <a:t> – CI/CD automation </a:t>
          </a:r>
          <a:endParaRPr lang="en-US" sz="1600" kern="1200"/>
        </a:p>
      </dsp:txBody>
      <dsp:txXfrm>
        <a:off x="18277" y="2548470"/>
        <a:ext cx="10617025" cy="337846"/>
      </dsp:txXfrm>
    </dsp:sp>
    <dsp:sp modelId="{F7E7377C-285C-4C09-8F37-136EF66183A7}">
      <dsp:nvSpPr>
        <dsp:cNvPr id="0" name=""/>
        <dsp:cNvSpPr/>
      </dsp:nvSpPr>
      <dsp:spPr>
        <a:xfrm>
          <a:off x="0" y="2950674"/>
          <a:ext cx="10653579" cy="37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a:t>SonarQube</a:t>
          </a:r>
          <a:r>
            <a:rPr lang="en-IN" sz="1600" kern="1200"/>
            <a:t> – Code quality and security analysis </a:t>
          </a:r>
          <a:endParaRPr lang="en-US" sz="1600" kern="1200"/>
        </a:p>
      </dsp:txBody>
      <dsp:txXfrm>
        <a:off x="18277" y="2968951"/>
        <a:ext cx="10617025" cy="337846"/>
      </dsp:txXfrm>
    </dsp:sp>
    <dsp:sp modelId="{FF7F7670-4E8A-4E70-BE68-7399A96F82CD}">
      <dsp:nvSpPr>
        <dsp:cNvPr id="0" name=""/>
        <dsp:cNvSpPr/>
      </dsp:nvSpPr>
      <dsp:spPr>
        <a:xfrm>
          <a:off x="0" y="3371154"/>
          <a:ext cx="10653579" cy="37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a:t>Postman</a:t>
          </a:r>
          <a:r>
            <a:rPr lang="en-IN" sz="1600" kern="1200"/>
            <a:t> – API testing </a:t>
          </a:r>
          <a:endParaRPr lang="en-US" sz="1600" kern="1200"/>
        </a:p>
      </dsp:txBody>
      <dsp:txXfrm>
        <a:off x="18277" y="3389431"/>
        <a:ext cx="10617025" cy="337846"/>
      </dsp:txXfrm>
    </dsp:sp>
    <dsp:sp modelId="{ADAECC0E-EFA1-4BFA-9E16-13BAD96354D4}">
      <dsp:nvSpPr>
        <dsp:cNvPr id="0" name=""/>
        <dsp:cNvSpPr/>
      </dsp:nvSpPr>
      <dsp:spPr>
        <a:xfrm>
          <a:off x="0" y="3791634"/>
          <a:ext cx="10653579" cy="37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a:t>Prometheus</a:t>
          </a:r>
          <a:r>
            <a:rPr lang="en-IN" sz="1600" kern="1200"/>
            <a:t> – Application and system metrics </a:t>
          </a:r>
          <a:endParaRPr lang="en-US" sz="1600" kern="1200"/>
        </a:p>
      </dsp:txBody>
      <dsp:txXfrm>
        <a:off x="18277" y="3809911"/>
        <a:ext cx="10617025" cy="337846"/>
      </dsp:txXfrm>
    </dsp:sp>
    <dsp:sp modelId="{25FD7C7B-771D-4342-A012-D0A41BCA00D1}">
      <dsp:nvSpPr>
        <dsp:cNvPr id="0" name=""/>
        <dsp:cNvSpPr/>
      </dsp:nvSpPr>
      <dsp:spPr>
        <a:xfrm>
          <a:off x="0" y="4212114"/>
          <a:ext cx="10653579" cy="37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IN" sz="1600" b="1" kern="1200"/>
            <a:t>Grafana</a:t>
          </a:r>
          <a:r>
            <a:rPr lang="en-IN" sz="1600" kern="1200"/>
            <a:t> – Monitoring dashboards and visualization</a:t>
          </a:r>
          <a:endParaRPr lang="en-US" sz="1600" kern="1200"/>
        </a:p>
      </dsp:txBody>
      <dsp:txXfrm>
        <a:off x="18277" y="4230391"/>
        <a:ext cx="10617025" cy="3378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B4B866-91BF-4380-B238-B5C8328D0DF1}">
      <dsp:nvSpPr>
        <dsp:cNvPr id="0" name=""/>
        <dsp:cNvSpPr/>
      </dsp:nvSpPr>
      <dsp:spPr>
        <a:xfrm>
          <a:off x="0" y="0"/>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06B5D5-A303-4888-965E-94F5BE744F67}">
      <dsp:nvSpPr>
        <dsp:cNvPr id="0" name=""/>
        <dsp:cNvSpPr/>
      </dsp:nvSpPr>
      <dsp:spPr>
        <a:xfrm>
          <a:off x="0" y="0"/>
          <a:ext cx="6949440" cy="72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IN" sz="2100" b="1" kern="1200"/>
            <a:t>GitHub:</a:t>
          </a:r>
          <a:r>
            <a:rPr lang="en-IN" sz="2100" kern="1200"/>
            <a:t> Source-code management and collaboration. </a:t>
          </a:r>
          <a:endParaRPr lang="en-US" sz="2100" kern="1200"/>
        </a:p>
      </dsp:txBody>
      <dsp:txXfrm>
        <a:off x="0" y="0"/>
        <a:ext cx="6949440" cy="723329"/>
      </dsp:txXfrm>
    </dsp:sp>
    <dsp:sp modelId="{821ED78A-8E61-43C4-91EC-996B1A4B7C10}">
      <dsp:nvSpPr>
        <dsp:cNvPr id="0" name=""/>
        <dsp:cNvSpPr/>
      </dsp:nvSpPr>
      <dsp:spPr>
        <a:xfrm>
          <a:off x="0" y="723329"/>
          <a:ext cx="6949440" cy="0"/>
        </a:xfrm>
        <a:prstGeom prst="line">
          <a:avLst/>
        </a:prstGeom>
        <a:solidFill>
          <a:schemeClr val="accent2">
            <a:hueOff val="-148761"/>
            <a:satOff val="-3090"/>
            <a:lumOff val="-840"/>
            <a:alphaOff val="0"/>
          </a:schemeClr>
        </a:solidFill>
        <a:ln w="12700" cap="flat" cmpd="sng" algn="ctr">
          <a:solidFill>
            <a:schemeClr val="accent2">
              <a:hueOff val="-148761"/>
              <a:satOff val="-3090"/>
              <a:lumOff val="-84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28DE20-1F5F-4D9C-B103-31B9388D1ED2}">
      <dsp:nvSpPr>
        <dsp:cNvPr id="0" name=""/>
        <dsp:cNvSpPr/>
      </dsp:nvSpPr>
      <dsp:spPr>
        <a:xfrm>
          <a:off x="0" y="723329"/>
          <a:ext cx="6949440" cy="72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IN" sz="2100" b="1" kern="1200"/>
            <a:t>GitHub Actions:</a:t>
          </a:r>
          <a:r>
            <a:rPr lang="en-IN" sz="2100" kern="1200"/>
            <a:t> Automated build and deployment pipeline. </a:t>
          </a:r>
          <a:endParaRPr lang="en-US" sz="2100" kern="1200"/>
        </a:p>
      </dsp:txBody>
      <dsp:txXfrm>
        <a:off x="0" y="723329"/>
        <a:ext cx="6949440" cy="723329"/>
      </dsp:txXfrm>
    </dsp:sp>
    <dsp:sp modelId="{3DAEE02B-47C1-41E9-BA4D-D5056A9C3416}">
      <dsp:nvSpPr>
        <dsp:cNvPr id="0" name=""/>
        <dsp:cNvSpPr/>
      </dsp:nvSpPr>
      <dsp:spPr>
        <a:xfrm>
          <a:off x="0" y="1446659"/>
          <a:ext cx="6949440" cy="0"/>
        </a:xfrm>
        <a:prstGeom prst="line">
          <a:avLst/>
        </a:prstGeom>
        <a:solidFill>
          <a:schemeClr val="accent2">
            <a:hueOff val="-297523"/>
            <a:satOff val="-6180"/>
            <a:lumOff val="-1681"/>
            <a:alphaOff val="0"/>
          </a:schemeClr>
        </a:solidFill>
        <a:ln w="12700" cap="flat" cmpd="sng" algn="ctr">
          <a:solidFill>
            <a:schemeClr val="accent2">
              <a:hueOff val="-297523"/>
              <a:satOff val="-6180"/>
              <a:lumOff val="-16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D7813C-8A56-4771-B1E7-A6C685FAB4F3}">
      <dsp:nvSpPr>
        <dsp:cNvPr id="0" name=""/>
        <dsp:cNvSpPr/>
      </dsp:nvSpPr>
      <dsp:spPr>
        <a:xfrm>
          <a:off x="0" y="1446659"/>
          <a:ext cx="6949440" cy="72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IN" sz="2100" b="1" kern="1200"/>
            <a:t>Docker:</a:t>
          </a:r>
          <a:r>
            <a:rPr lang="en-IN" sz="2100" kern="1200"/>
            <a:t> Consistent application deployment. </a:t>
          </a:r>
          <a:endParaRPr lang="en-US" sz="2100" kern="1200"/>
        </a:p>
      </dsp:txBody>
      <dsp:txXfrm>
        <a:off x="0" y="1446659"/>
        <a:ext cx="6949440" cy="723329"/>
      </dsp:txXfrm>
    </dsp:sp>
    <dsp:sp modelId="{33C2C68F-F980-431C-AFF9-9E378201B390}">
      <dsp:nvSpPr>
        <dsp:cNvPr id="0" name=""/>
        <dsp:cNvSpPr/>
      </dsp:nvSpPr>
      <dsp:spPr>
        <a:xfrm>
          <a:off x="0" y="2169989"/>
          <a:ext cx="6949440" cy="0"/>
        </a:xfrm>
        <a:prstGeom prst="line">
          <a:avLst/>
        </a:prstGeom>
        <a:solidFill>
          <a:schemeClr val="accent2">
            <a:hueOff val="-446284"/>
            <a:satOff val="-9270"/>
            <a:lumOff val="-2521"/>
            <a:alphaOff val="0"/>
          </a:schemeClr>
        </a:solidFill>
        <a:ln w="12700" cap="flat" cmpd="sng" algn="ctr">
          <a:solidFill>
            <a:schemeClr val="accent2">
              <a:hueOff val="-446284"/>
              <a:satOff val="-9270"/>
              <a:lumOff val="-25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6735E5-7DF4-47BC-9B28-1D026B6E9F7F}">
      <dsp:nvSpPr>
        <dsp:cNvPr id="0" name=""/>
        <dsp:cNvSpPr/>
      </dsp:nvSpPr>
      <dsp:spPr>
        <a:xfrm>
          <a:off x="0" y="2169989"/>
          <a:ext cx="6949440" cy="72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IN" sz="2100" b="1" kern="1200" dirty="0"/>
            <a:t>SonarQube:</a:t>
          </a:r>
          <a:r>
            <a:rPr lang="en-IN" sz="2100" kern="1200" dirty="0"/>
            <a:t> Code quality, bugs, vulnerabilities, and maintainability. </a:t>
          </a:r>
          <a:endParaRPr lang="en-US" sz="2100" kern="1200" dirty="0"/>
        </a:p>
      </dsp:txBody>
      <dsp:txXfrm>
        <a:off x="0" y="2169989"/>
        <a:ext cx="6949440" cy="723329"/>
      </dsp:txXfrm>
    </dsp:sp>
    <dsp:sp modelId="{9ACEBB8C-FC0D-439D-8EE0-B728440D01D9}">
      <dsp:nvSpPr>
        <dsp:cNvPr id="0" name=""/>
        <dsp:cNvSpPr/>
      </dsp:nvSpPr>
      <dsp:spPr>
        <a:xfrm>
          <a:off x="0" y="2893319"/>
          <a:ext cx="6949440" cy="0"/>
        </a:xfrm>
        <a:prstGeom prst="line">
          <a:avLst/>
        </a:prstGeom>
        <a:solidFill>
          <a:schemeClr val="accent2">
            <a:hueOff val="-595045"/>
            <a:satOff val="-12361"/>
            <a:lumOff val="-3361"/>
            <a:alphaOff val="0"/>
          </a:schemeClr>
        </a:solidFill>
        <a:ln w="12700" cap="flat" cmpd="sng" algn="ctr">
          <a:solidFill>
            <a:schemeClr val="accent2">
              <a:hueOff val="-595045"/>
              <a:satOff val="-12361"/>
              <a:lumOff val="-33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537CF5-67A9-44BC-80D1-592C02A7DA8A}">
      <dsp:nvSpPr>
        <dsp:cNvPr id="0" name=""/>
        <dsp:cNvSpPr/>
      </dsp:nvSpPr>
      <dsp:spPr>
        <a:xfrm>
          <a:off x="0" y="2893318"/>
          <a:ext cx="6949440" cy="72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IN" sz="2100" b="1" kern="1200"/>
            <a:t>Postman:</a:t>
          </a:r>
          <a:r>
            <a:rPr lang="en-IN" sz="2100" kern="1200"/>
            <a:t> API testing and validation. </a:t>
          </a:r>
          <a:endParaRPr lang="en-US" sz="2100" kern="1200"/>
        </a:p>
      </dsp:txBody>
      <dsp:txXfrm>
        <a:off x="0" y="2893318"/>
        <a:ext cx="6949440" cy="723329"/>
      </dsp:txXfrm>
    </dsp:sp>
    <dsp:sp modelId="{4A0311A1-6D26-486B-8297-1674A516CFC1}">
      <dsp:nvSpPr>
        <dsp:cNvPr id="0" name=""/>
        <dsp:cNvSpPr/>
      </dsp:nvSpPr>
      <dsp:spPr>
        <a:xfrm>
          <a:off x="0" y="3616648"/>
          <a:ext cx="6949440" cy="0"/>
        </a:xfrm>
        <a:prstGeom prst="line">
          <a:avLst/>
        </a:prstGeom>
        <a:solidFill>
          <a:schemeClr val="accent2">
            <a:hueOff val="-743806"/>
            <a:satOff val="-15451"/>
            <a:lumOff val="-4201"/>
            <a:alphaOff val="0"/>
          </a:schemeClr>
        </a:solidFill>
        <a:ln w="12700" cap="flat" cmpd="sng" algn="ctr">
          <a:solidFill>
            <a:schemeClr val="accent2">
              <a:hueOff val="-743806"/>
              <a:satOff val="-15451"/>
              <a:lumOff val="-42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213980-9A20-4468-894E-F2BC56572EAE}">
      <dsp:nvSpPr>
        <dsp:cNvPr id="0" name=""/>
        <dsp:cNvSpPr/>
      </dsp:nvSpPr>
      <dsp:spPr>
        <a:xfrm>
          <a:off x="0" y="3616648"/>
          <a:ext cx="6949440" cy="72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IN" sz="2100" b="1" kern="1200"/>
            <a:t>Prometheus:</a:t>
          </a:r>
          <a:r>
            <a:rPr lang="en-IN" sz="2100" kern="1200"/>
            <a:t> Collects application/system metrics. </a:t>
          </a:r>
          <a:endParaRPr lang="en-US" sz="2100" kern="1200"/>
        </a:p>
      </dsp:txBody>
      <dsp:txXfrm>
        <a:off x="0" y="3616648"/>
        <a:ext cx="6949440" cy="723329"/>
      </dsp:txXfrm>
    </dsp:sp>
    <dsp:sp modelId="{83710DAE-3326-4C62-92AD-28A390601B81}">
      <dsp:nvSpPr>
        <dsp:cNvPr id="0" name=""/>
        <dsp:cNvSpPr/>
      </dsp:nvSpPr>
      <dsp:spPr>
        <a:xfrm>
          <a:off x="0" y="4339978"/>
          <a:ext cx="6949440" cy="0"/>
        </a:xfrm>
        <a:prstGeom prst="line">
          <a:avLst/>
        </a:prstGeom>
        <a:solidFill>
          <a:schemeClr val="accent2">
            <a:hueOff val="-892568"/>
            <a:satOff val="-18541"/>
            <a:lumOff val="-5042"/>
            <a:alphaOff val="0"/>
          </a:schemeClr>
        </a:solidFill>
        <a:ln w="12700" cap="flat" cmpd="sng" algn="ctr">
          <a:solidFill>
            <a:schemeClr val="accent2">
              <a:hueOff val="-892568"/>
              <a:satOff val="-18541"/>
              <a:lumOff val="-504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A72FA9-C177-4744-A8C5-70B001A68175}">
      <dsp:nvSpPr>
        <dsp:cNvPr id="0" name=""/>
        <dsp:cNvSpPr/>
      </dsp:nvSpPr>
      <dsp:spPr>
        <a:xfrm>
          <a:off x="0" y="4339978"/>
          <a:ext cx="6949440" cy="72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IN" sz="2100" b="1" kern="1200"/>
            <a:t>Grafana:</a:t>
          </a:r>
          <a:r>
            <a:rPr lang="en-IN" sz="2100" kern="1200"/>
            <a:t> Visualizes metrics through monitoring dashboards. </a:t>
          </a:r>
          <a:endParaRPr lang="en-US" sz="2100" kern="1200"/>
        </a:p>
      </dsp:txBody>
      <dsp:txXfrm>
        <a:off x="0" y="4339978"/>
        <a:ext cx="6949440" cy="723329"/>
      </dsp:txXfrm>
    </dsp:sp>
    <dsp:sp modelId="{130F0886-841E-49D5-8E85-8CB7A84269C1}">
      <dsp:nvSpPr>
        <dsp:cNvPr id="0" name=""/>
        <dsp:cNvSpPr/>
      </dsp:nvSpPr>
      <dsp:spPr>
        <a:xfrm>
          <a:off x="0" y="5063308"/>
          <a:ext cx="6949440" cy="0"/>
        </a:xfrm>
        <a:prstGeom prst="line">
          <a:avLst/>
        </a:prstGeom>
        <a:solidFill>
          <a:schemeClr val="accent2">
            <a:hueOff val="-1041329"/>
            <a:satOff val="-21631"/>
            <a:lumOff val="-5882"/>
            <a:alphaOff val="0"/>
          </a:schemeClr>
        </a:solidFill>
        <a:ln w="12700" cap="flat" cmpd="sng" algn="ctr">
          <a:solidFill>
            <a:schemeClr val="accent2">
              <a:hueOff val="-1041329"/>
              <a:satOff val="-21631"/>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858230-7871-42A6-924A-0C26FC7CCD85}">
      <dsp:nvSpPr>
        <dsp:cNvPr id="0" name=""/>
        <dsp:cNvSpPr/>
      </dsp:nvSpPr>
      <dsp:spPr>
        <a:xfrm>
          <a:off x="0" y="5063308"/>
          <a:ext cx="6949440" cy="72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IN" sz="2100" b="1" kern="1200"/>
            <a:t>Benefit:</a:t>
          </a:r>
          <a:r>
            <a:rPr lang="en-IN" sz="2100" kern="1200"/>
            <a:t> Reliable, maintainable, scalable, and observable application.</a:t>
          </a:r>
          <a:endParaRPr lang="en-US" sz="2100" kern="1200"/>
        </a:p>
      </dsp:txBody>
      <dsp:txXfrm>
        <a:off x="0" y="5063308"/>
        <a:ext cx="6949440" cy="72332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9/24/2026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11861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9/24/2026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47925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9/24/2026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05400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9/24/2026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41264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9/24/2026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06338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9/24/2026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17163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9/24/2026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76150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9/24/2026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7536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9/24/2026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5122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9/24/2026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3962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9/24/2026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58725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9/24/2026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65489950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4.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A875D55-4A80-43E9-38F6-27E3664939B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3D abstract blue and gold cube illustration">
            <a:extLst>
              <a:ext uri="{FF2B5EF4-FFF2-40B4-BE49-F238E27FC236}">
                <a16:creationId xmlns:a16="http://schemas.microsoft.com/office/drawing/2014/main" id="{33531841-B1A4-83A9-CA69-4FB18680D074}"/>
              </a:ext>
            </a:extLst>
          </p:cNvPr>
          <p:cNvPicPr>
            <a:picLocks noChangeAspect="1"/>
          </p:cNvPicPr>
          <p:nvPr/>
        </p:nvPicPr>
        <p:blipFill>
          <a:blip r:embed="rId2">
            <a:alphaModFix amt="60000"/>
          </a:blip>
          <a:srcRect b="6250"/>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00AB40D4-726B-70FD-D33F-3249E53C9FA1}"/>
              </a:ext>
            </a:extLst>
          </p:cNvPr>
          <p:cNvSpPr>
            <a:spLocks noGrp="1"/>
          </p:cNvSpPr>
          <p:nvPr>
            <p:ph type="ctrTitle"/>
          </p:nvPr>
        </p:nvSpPr>
        <p:spPr>
          <a:xfrm>
            <a:off x="2301923" y="1482602"/>
            <a:ext cx="7588155" cy="2236264"/>
          </a:xfrm>
        </p:spPr>
        <p:txBody>
          <a:bodyPr>
            <a:normAutofit/>
          </a:bodyPr>
          <a:lstStyle/>
          <a:p>
            <a:r>
              <a:rPr lang="en-IN" sz="3800" dirty="0">
                <a:solidFill>
                  <a:srgbClr val="FFFFFF"/>
                </a:solidFill>
              </a:rPr>
              <a:t>AI-Powered Adaptive Learning and Personalized Course Recommendation System</a:t>
            </a:r>
          </a:p>
        </p:txBody>
      </p:sp>
      <p:sp>
        <p:nvSpPr>
          <p:cNvPr id="3" name="Subtitle 2">
            <a:extLst>
              <a:ext uri="{FF2B5EF4-FFF2-40B4-BE49-F238E27FC236}">
                <a16:creationId xmlns:a16="http://schemas.microsoft.com/office/drawing/2014/main" id="{C7634E71-FC70-F0A8-AB60-BDAC3F12E919}"/>
              </a:ext>
            </a:extLst>
          </p:cNvPr>
          <p:cNvSpPr>
            <a:spLocks noGrp="1"/>
          </p:cNvSpPr>
          <p:nvPr>
            <p:ph type="subTitle" idx="1"/>
          </p:nvPr>
        </p:nvSpPr>
        <p:spPr>
          <a:xfrm>
            <a:off x="2301923" y="3793937"/>
            <a:ext cx="7588155" cy="1414091"/>
          </a:xfrm>
        </p:spPr>
        <p:txBody>
          <a:bodyPr>
            <a:normAutofit/>
          </a:bodyPr>
          <a:lstStyle/>
          <a:p>
            <a:endParaRPr lang="en-IN" sz="2200">
              <a:solidFill>
                <a:srgbClr val="FFFFFF"/>
              </a:solidFill>
            </a:endParaRPr>
          </a:p>
        </p:txBody>
      </p:sp>
      <p:pic>
        <p:nvPicPr>
          <p:cNvPr id="5" name="Picture 4" descr="Koneru Lakshmaiah Education Foundation, Bachupally Campus Courses ...">
            <a:extLst>
              <a:ext uri="{FF2B5EF4-FFF2-40B4-BE49-F238E27FC236}">
                <a16:creationId xmlns:a16="http://schemas.microsoft.com/office/drawing/2014/main" id="{41F1DB00-041D-45BA-F2FE-A2EB7EF4614C}"/>
              </a:ext>
            </a:extLst>
          </p:cNvPr>
          <p:cNvPicPr>
            <a:picLocks noChangeAspect="1"/>
          </p:cNvPicPr>
          <p:nvPr/>
        </p:nvPicPr>
        <p:blipFill>
          <a:blip r:embed="rId3"/>
          <a:stretch>
            <a:fillRect/>
          </a:stretch>
        </p:blipFill>
        <p:spPr>
          <a:xfrm>
            <a:off x="10794980" y="0"/>
            <a:ext cx="1397000" cy="1365250"/>
          </a:xfrm>
          <a:prstGeom prst="rect">
            <a:avLst/>
          </a:prstGeom>
        </p:spPr>
      </p:pic>
    </p:spTree>
    <p:extLst>
      <p:ext uri="{BB962C8B-B14F-4D97-AF65-F5344CB8AC3E}">
        <p14:creationId xmlns:p14="http://schemas.microsoft.com/office/powerpoint/2010/main" val="209635674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3CF00F-82D0-0DBA-75D5-1D01B4526C6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A7222B-C6FD-A8E1-5C8D-D5ABEC07C329}"/>
              </a:ext>
            </a:extLst>
          </p:cNvPr>
          <p:cNvSpPr>
            <a:spLocks noGrp="1"/>
          </p:cNvSpPr>
          <p:nvPr>
            <p:ph type="title"/>
          </p:nvPr>
        </p:nvSpPr>
        <p:spPr>
          <a:xfrm>
            <a:off x="612648" y="548640"/>
            <a:ext cx="10945037" cy="1133856"/>
          </a:xfrm>
        </p:spPr>
        <p:txBody>
          <a:bodyPr anchor="t">
            <a:normAutofit/>
          </a:bodyPr>
          <a:lstStyle/>
          <a:p>
            <a:r>
              <a:rPr lang="en-IN"/>
              <a:t>Team Members</a:t>
            </a:r>
            <a:endParaRPr lang="en-IN" dirty="0"/>
          </a:p>
        </p:txBody>
      </p:sp>
      <p:graphicFrame>
        <p:nvGraphicFramePr>
          <p:cNvPr id="4" name="Content Placeholder 3">
            <a:extLst>
              <a:ext uri="{FF2B5EF4-FFF2-40B4-BE49-F238E27FC236}">
                <a16:creationId xmlns:a16="http://schemas.microsoft.com/office/drawing/2014/main" id="{62EA8B3A-1890-50AD-9BD4-3E67B6F009AF}"/>
              </a:ext>
            </a:extLst>
          </p:cNvPr>
          <p:cNvGraphicFramePr>
            <a:graphicFrameLocks noGrp="1"/>
          </p:cNvGraphicFramePr>
          <p:nvPr>
            <p:ph idx="1"/>
            <p:extLst>
              <p:ext uri="{D42A27DB-BD31-4B8C-83A1-F6EECF244321}">
                <p14:modId xmlns:p14="http://schemas.microsoft.com/office/powerpoint/2010/main" val="257575841"/>
              </p:ext>
            </p:extLst>
          </p:nvPr>
        </p:nvGraphicFramePr>
        <p:xfrm>
          <a:off x="612648" y="2293264"/>
          <a:ext cx="10945037" cy="3589930"/>
        </p:xfrm>
        <a:graphic>
          <a:graphicData uri="http://schemas.openxmlformats.org/drawingml/2006/table">
            <a:tbl>
              <a:tblPr firstRow="1" bandRow="1">
                <a:tableStyleId>{9D7B26C5-4107-4FEC-AEDC-1716B250A1EF}</a:tableStyleId>
              </a:tblPr>
              <a:tblGrid>
                <a:gridCol w="5043939">
                  <a:extLst>
                    <a:ext uri="{9D8B030D-6E8A-4147-A177-3AD203B41FA5}">
                      <a16:colId xmlns:a16="http://schemas.microsoft.com/office/drawing/2014/main" val="3056905781"/>
                    </a:ext>
                  </a:extLst>
                </a:gridCol>
                <a:gridCol w="5901098">
                  <a:extLst>
                    <a:ext uri="{9D8B030D-6E8A-4147-A177-3AD203B41FA5}">
                      <a16:colId xmlns:a16="http://schemas.microsoft.com/office/drawing/2014/main" val="3939330794"/>
                    </a:ext>
                  </a:extLst>
                </a:gridCol>
              </a:tblGrid>
              <a:tr h="717986">
                <a:tc>
                  <a:txBody>
                    <a:bodyPr/>
                    <a:lstStyle/>
                    <a:p>
                      <a:pPr>
                        <a:buNone/>
                      </a:pPr>
                      <a:r>
                        <a:rPr lang="en-IN" sz="3200"/>
                        <a:t>Roll No.</a:t>
                      </a:r>
                    </a:p>
                  </a:txBody>
                  <a:tcPr marL="163179" marR="163179" marT="81589" marB="81589" anchor="ctr"/>
                </a:tc>
                <a:tc>
                  <a:txBody>
                    <a:bodyPr/>
                    <a:lstStyle/>
                    <a:p>
                      <a:pPr>
                        <a:buNone/>
                      </a:pPr>
                      <a:r>
                        <a:rPr lang="en-IN" sz="3200"/>
                        <a:t>Name</a:t>
                      </a:r>
                    </a:p>
                  </a:txBody>
                  <a:tcPr marL="163179" marR="163179" marT="81589" marB="81589" anchor="ctr"/>
                </a:tc>
                <a:extLst>
                  <a:ext uri="{0D108BD9-81ED-4DB2-BD59-A6C34878D82A}">
                    <a16:rowId xmlns:a16="http://schemas.microsoft.com/office/drawing/2014/main" val="493474665"/>
                  </a:ext>
                </a:extLst>
              </a:tr>
              <a:tr h="717986">
                <a:tc>
                  <a:txBody>
                    <a:bodyPr/>
                    <a:lstStyle/>
                    <a:p>
                      <a:pPr>
                        <a:buNone/>
                      </a:pPr>
                      <a:r>
                        <a:rPr lang="en-IN" sz="3200"/>
                        <a:t>2420030091</a:t>
                      </a:r>
                    </a:p>
                  </a:txBody>
                  <a:tcPr marL="163179" marR="163179" marT="81589" marB="81589" anchor="ctr"/>
                </a:tc>
                <a:tc>
                  <a:txBody>
                    <a:bodyPr/>
                    <a:lstStyle/>
                    <a:p>
                      <a:pPr>
                        <a:buNone/>
                      </a:pPr>
                      <a:r>
                        <a:rPr lang="en-IN" sz="3200"/>
                        <a:t>G. Sirisha</a:t>
                      </a:r>
                    </a:p>
                  </a:txBody>
                  <a:tcPr marL="163179" marR="163179" marT="81589" marB="81589" anchor="ctr"/>
                </a:tc>
                <a:extLst>
                  <a:ext uri="{0D108BD9-81ED-4DB2-BD59-A6C34878D82A}">
                    <a16:rowId xmlns:a16="http://schemas.microsoft.com/office/drawing/2014/main" val="1390836842"/>
                  </a:ext>
                </a:extLst>
              </a:tr>
              <a:tr h="717986">
                <a:tc>
                  <a:txBody>
                    <a:bodyPr/>
                    <a:lstStyle/>
                    <a:p>
                      <a:pPr>
                        <a:buNone/>
                      </a:pPr>
                      <a:r>
                        <a:rPr lang="en-IN" sz="3200"/>
                        <a:t>2420030136</a:t>
                      </a:r>
                    </a:p>
                  </a:txBody>
                  <a:tcPr marL="163179" marR="163179" marT="81589" marB="81589" anchor="ctr"/>
                </a:tc>
                <a:tc>
                  <a:txBody>
                    <a:bodyPr/>
                    <a:lstStyle/>
                    <a:p>
                      <a:pPr>
                        <a:buNone/>
                      </a:pPr>
                      <a:r>
                        <a:rPr lang="en-IN" sz="3200"/>
                        <a:t>A. Srinivas</a:t>
                      </a:r>
                    </a:p>
                  </a:txBody>
                  <a:tcPr marL="163179" marR="163179" marT="81589" marB="81589" anchor="ctr"/>
                </a:tc>
                <a:extLst>
                  <a:ext uri="{0D108BD9-81ED-4DB2-BD59-A6C34878D82A}">
                    <a16:rowId xmlns:a16="http://schemas.microsoft.com/office/drawing/2014/main" val="993973460"/>
                  </a:ext>
                </a:extLst>
              </a:tr>
              <a:tr h="717986">
                <a:tc>
                  <a:txBody>
                    <a:bodyPr/>
                    <a:lstStyle/>
                    <a:p>
                      <a:pPr>
                        <a:buNone/>
                      </a:pPr>
                      <a:r>
                        <a:rPr lang="en-IN" sz="3200"/>
                        <a:t>2420030264</a:t>
                      </a:r>
                    </a:p>
                  </a:txBody>
                  <a:tcPr marL="163179" marR="163179" marT="81589" marB="81589" anchor="ctr"/>
                </a:tc>
                <a:tc>
                  <a:txBody>
                    <a:bodyPr/>
                    <a:lstStyle/>
                    <a:p>
                      <a:pPr>
                        <a:buNone/>
                      </a:pPr>
                      <a:r>
                        <a:rPr lang="en-IN" sz="3200"/>
                        <a:t>Y. Yamini</a:t>
                      </a:r>
                    </a:p>
                  </a:txBody>
                  <a:tcPr marL="163179" marR="163179" marT="81589" marB="81589" anchor="ctr"/>
                </a:tc>
                <a:extLst>
                  <a:ext uri="{0D108BD9-81ED-4DB2-BD59-A6C34878D82A}">
                    <a16:rowId xmlns:a16="http://schemas.microsoft.com/office/drawing/2014/main" val="427002574"/>
                  </a:ext>
                </a:extLst>
              </a:tr>
              <a:tr h="717986">
                <a:tc>
                  <a:txBody>
                    <a:bodyPr/>
                    <a:lstStyle/>
                    <a:p>
                      <a:pPr>
                        <a:buNone/>
                      </a:pPr>
                      <a:r>
                        <a:rPr lang="en-IN" sz="3200"/>
                        <a:t>2420030134</a:t>
                      </a:r>
                    </a:p>
                  </a:txBody>
                  <a:tcPr marL="163179" marR="163179" marT="81589" marB="81589" anchor="ctr"/>
                </a:tc>
                <a:tc>
                  <a:txBody>
                    <a:bodyPr/>
                    <a:lstStyle/>
                    <a:p>
                      <a:pPr>
                        <a:buNone/>
                      </a:pPr>
                      <a:r>
                        <a:rPr lang="en-IN" sz="3200"/>
                        <a:t>Dusa Venkatesh</a:t>
                      </a:r>
                    </a:p>
                  </a:txBody>
                  <a:tcPr marL="163179" marR="163179" marT="81589" marB="81589" anchor="ctr"/>
                </a:tc>
                <a:extLst>
                  <a:ext uri="{0D108BD9-81ED-4DB2-BD59-A6C34878D82A}">
                    <a16:rowId xmlns:a16="http://schemas.microsoft.com/office/drawing/2014/main" val="3868171225"/>
                  </a:ext>
                </a:extLst>
              </a:tr>
            </a:tbl>
          </a:graphicData>
        </a:graphic>
      </p:graphicFrame>
      <p:pic>
        <p:nvPicPr>
          <p:cNvPr id="5" name="Picture 4" descr="Koneru Lakshmaiah Education Foundation, Bachupally Campus Courses ...">
            <a:extLst>
              <a:ext uri="{FF2B5EF4-FFF2-40B4-BE49-F238E27FC236}">
                <a16:creationId xmlns:a16="http://schemas.microsoft.com/office/drawing/2014/main" id="{F2CFD4F6-9761-09A7-B153-6BBD4C08FEBD}"/>
              </a:ext>
            </a:extLst>
          </p:cNvPr>
          <p:cNvPicPr>
            <a:picLocks noChangeAspect="1"/>
          </p:cNvPicPr>
          <p:nvPr/>
        </p:nvPicPr>
        <p:blipFill>
          <a:blip r:embed="rId2"/>
          <a:stretch>
            <a:fillRect/>
          </a:stretch>
        </p:blipFill>
        <p:spPr>
          <a:xfrm>
            <a:off x="10682617" y="122024"/>
            <a:ext cx="1397000" cy="1365250"/>
          </a:xfrm>
          <a:prstGeom prst="rect">
            <a:avLst/>
          </a:prstGeom>
        </p:spPr>
      </p:pic>
    </p:spTree>
    <p:extLst>
      <p:ext uri="{BB962C8B-B14F-4D97-AF65-F5344CB8AC3E}">
        <p14:creationId xmlns:p14="http://schemas.microsoft.com/office/powerpoint/2010/main" val="8012087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7B095-AC93-9E8C-B140-1F4B269D858C}"/>
              </a:ext>
            </a:extLst>
          </p:cNvPr>
          <p:cNvSpPr>
            <a:spLocks noGrp="1"/>
          </p:cNvSpPr>
          <p:nvPr>
            <p:ph type="title"/>
          </p:nvPr>
        </p:nvSpPr>
        <p:spPr>
          <a:xfrm>
            <a:off x="522593" y="-76569"/>
            <a:ext cx="4621553" cy="1360728"/>
          </a:xfrm>
        </p:spPr>
        <p:txBody>
          <a:bodyPr anchor="b">
            <a:normAutofit/>
          </a:bodyPr>
          <a:lstStyle/>
          <a:p>
            <a:r>
              <a:rPr lang="en-IN" dirty="0"/>
              <a:t>Introduction</a:t>
            </a:r>
          </a:p>
        </p:txBody>
      </p:sp>
      <p:sp>
        <p:nvSpPr>
          <p:cNvPr id="3" name="Content Placeholder 2">
            <a:extLst>
              <a:ext uri="{FF2B5EF4-FFF2-40B4-BE49-F238E27FC236}">
                <a16:creationId xmlns:a16="http://schemas.microsoft.com/office/drawing/2014/main" id="{000DEBAD-769E-17E8-7D1B-34E32334C418}"/>
              </a:ext>
            </a:extLst>
          </p:cNvPr>
          <p:cNvSpPr>
            <a:spLocks noGrp="1"/>
          </p:cNvSpPr>
          <p:nvPr>
            <p:ph idx="1"/>
          </p:nvPr>
        </p:nvSpPr>
        <p:spPr>
          <a:xfrm>
            <a:off x="612648" y="2029691"/>
            <a:ext cx="5033079" cy="3713385"/>
          </a:xfrm>
        </p:spPr>
        <p:txBody>
          <a:bodyPr>
            <a:normAutofit/>
          </a:bodyPr>
          <a:lstStyle/>
          <a:p>
            <a:pPr lvl="0">
              <a:lnSpc>
                <a:spcPct val="110000"/>
              </a:lnSpc>
            </a:pPr>
            <a:r>
              <a:rPr lang="en-IN" sz="1500" dirty="0"/>
              <a:t>Traditional learning platforms provide the same learning path to every student. </a:t>
            </a:r>
          </a:p>
          <a:p>
            <a:pPr lvl="0">
              <a:lnSpc>
                <a:spcPct val="110000"/>
              </a:lnSpc>
            </a:pPr>
            <a:r>
              <a:rPr lang="en-IN" sz="1500" dirty="0"/>
              <a:t>Students have different </a:t>
            </a:r>
            <a:r>
              <a:rPr lang="en-IN" sz="1500" b="1" dirty="0"/>
              <a:t>skills, interests, learning speeds, and knowledge gaps</a:t>
            </a:r>
            <a:r>
              <a:rPr lang="en-IN" sz="1500" dirty="0"/>
              <a:t>. </a:t>
            </a:r>
          </a:p>
          <a:p>
            <a:pPr lvl="0">
              <a:lnSpc>
                <a:spcPct val="110000"/>
              </a:lnSpc>
            </a:pPr>
            <a:r>
              <a:rPr lang="en-IN" sz="1500" dirty="0"/>
              <a:t>Our system uses </a:t>
            </a:r>
            <a:r>
              <a:rPr lang="en-IN" sz="1500" b="1" dirty="0"/>
              <a:t>AI and learner data</a:t>
            </a:r>
            <a:r>
              <a:rPr lang="en-IN" sz="1500" dirty="0"/>
              <a:t> to personalize the learning experience. </a:t>
            </a:r>
          </a:p>
          <a:p>
            <a:pPr lvl="0">
              <a:lnSpc>
                <a:spcPct val="110000"/>
              </a:lnSpc>
            </a:pPr>
            <a:r>
              <a:rPr lang="en-IN" sz="1500" dirty="0"/>
              <a:t>It recommends suitable courses based on the student's profile and performance. </a:t>
            </a:r>
          </a:p>
          <a:p>
            <a:pPr lvl="0">
              <a:lnSpc>
                <a:spcPct val="110000"/>
              </a:lnSpc>
            </a:pPr>
            <a:r>
              <a:rPr lang="en-IN" sz="1500" dirty="0"/>
              <a:t>The system continuously adapts recommendations as the learner progresses.</a:t>
            </a:r>
          </a:p>
          <a:p>
            <a:pPr>
              <a:lnSpc>
                <a:spcPct val="110000"/>
              </a:lnSpc>
            </a:pPr>
            <a:endParaRPr lang="en-IN" sz="1500" dirty="0"/>
          </a:p>
        </p:txBody>
      </p:sp>
      <p:pic>
        <p:nvPicPr>
          <p:cNvPr id="7" name="Graphic 6" descr="Classroom">
            <a:extLst>
              <a:ext uri="{FF2B5EF4-FFF2-40B4-BE49-F238E27FC236}">
                <a16:creationId xmlns:a16="http://schemas.microsoft.com/office/drawing/2014/main" id="{EA6973C4-FD57-B0BD-7C23-97865D885E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p:blipFill>
        <p:spPr>
          <a:xfrm>
            <a:off x="6296074" y="1114923"/>
            <a:ext cx="4628153" cy="4628153"/>
          </a:xfrm>
          <a:prstGeom prst="rect">
            <a:avLst/>
          </a:prstGeom>
        </p:spPr>
      </p:pic>
      <p:pic>
        <p:nvPicPr>
          <p:cNvPr id="4" name="Picture 3" descr="Koneru Lakshmaiah Education Foundation, Bachupally Campus Courses ...">
            <a:extLst>
              <a:ext uri="{FF2B5EF4-FFF2-40B4-BE49-F238E27FC236}">
                <a16:creationId xmlns:a16="http://schemas.microsoft.com/office/drawing/2014/main" id="{DC3DF3EE-7299-4870-980B-723174538844}"/>
              </a:ext>
            </a:extLst>
          </p:cNvPr>
          <p:cNvPicPr>
            <a:picLocks noChangeAspect="1"/>
          </p:cNvPicPr>
          <p:nvPr/>
        </p:nvPicPr>
        <p:blipFill>
          <a:blip r:embed="rId3"/>
          <a:stretch>
            <a:fillRect/>
          </a:stretch>
        </p:blipFill>
        <p:spPr>
          <a:xfrm>
            <a:off x="10527865" y="120938"/>
            <a:ext cx="1397000" cy="1365250"/>
          </a:xfrm>
          <a:prstGeom prst="rect">
            <a:avLst/>
          </a:prstGeom>
        </p:spPr>
      </p:pic>
    </p:spTree>
    <p:extLst>
      <p:ext uri="{BB962C8B-B14F-4D97-AF65-F5344CB8AC3E}">
        <p14:creationId xmlns:p14="http://schemas.microsoft.com/office/powerpoint/2010/main" val="11243472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7C8A4-ACBD-52F3-7BFB-A7EB985EB664}"/>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32604ED9-DBD0-8C86-FF2A-C0C57FEE3124}"/>
              </a:ext>
            </a:extLst>
          </p:cNvPr>
          <p:cNvSpPr>
            <a:spLocks noGrp="1"/>
          </p:cNvSpPr>
          <p:nvPr>
            <p:ph idx="1"/>
          </p:nvPr>
        </p:nvSpPr>
        <p:spPr/>
        <p:txBody>
          <a:bodyPr>
            <a:normAutofit fontScale="85000" lnSpcReduction="20000"/>
          </a:bodyPr>
          <a:lstStyle/>
          <a:p>
            <a:r>
              <a:rPr lang="en-IN" b="1" dirty="0"/>
              <a:t>Problem:</a:t>
            </a:r>
            <a:r>
              <a:rPr lang="en-IN" dirty="0"/>
              <a:t/>
            </a:r>
            <a:br>
              <a:rPr lang="en-IN" dirty="0"/>
            </a:br>
            <a:r>
              <a:rPr lang="en-IN" dirty="0"/>
              <a:t>Existing e-learning systems often provide generic course recommendations and do not sufficiently adapt to individual learners.</a:t>
            </a:r>
          </a:p>
          <a:p>
            <a:r>
              <a:rPr lang="en-IN" b="1" dirty="0"/>
              <a:t>Key challenges:</a:t>
            </a:r>
            <a:endParaRPr lang="en-IN" dirty="0"/>
          </a:p>
          <a:p>
            <a:pPr lvl="0"/>
            <a:r>
              <a:rPr lang="en-IN" dirty="0"/>
              <a:t>Difficulty identifying student knowledge gaps. </a:t>
            </a:r>
          </a:p>
          <a:p>
            <a:pPr lvl="0"/>
            <a:r>
              <a:rPr lang="en-IN" dirty="0"/>
              <a:t>Generic course recommendations. </a:t>
            </a:r>
          </a:p>
          <a:p>
            <a:pPr lvl="0"/>
            <a:r>
              <a:rPr lang="en-IN" dirty="0"/>
              <a:t>Lack of personalized learning paths. </a:t>
            </a:r>
          </a:p>
          <a:p>
            <a:pPr lvl="0"/>
            <a:r>
              <a:rPr lang="en-IN" dirty="0"/>
              <a:t>Different learning speeds are not considered. </a:t>
            </a:r>
          </a:p>
          <a:p>
            <a:pPr lvl="0"/>
            <a:r>
              <a:rPr lang="en-IN" dirty="0"/>
              <a:t>Students may struggle to choose the right course. </a:t>
            </a:r>
          </a:p>
          <a:p>
            <a:pPr lvl="0"/>
            <a:r>
              <a:rPr lang="en-IN" dirty="0"/>
              <a:t>Limited continuous feedback and adaptation. </a:t>
            </a:r>
          </a:p>
          <a:p>
            <a:r>
              <a:rPr lang="en-IN" b="1" dirty="0"/>
              <a:t>Goal:</a:t>
            </a:r>
            <a:r>
              <a:rPr lang="en-IN" dirty="0"/>
              <a:t/>
            </a:r>
            <a:br>
              <a:rPr lang="en-IN" dirty="0"/>
            </a:br>
            <a:r>
              <a:rPr lang="en-IN" dirty="0"/>
              <a:t>Develop an AI-powered system that </a:t>
            </a:r>
            <a:r>
              <a:rPr lang="en-IN" dirty="0" err="1"/>
              <a:t>analyzes</a:t>
            </a:r>
            <a:r>
              <a:rPr lang="en-IN" dirty="0"/>
              <a:t> learner information and dynamically recommends appropriate courses and learning paths.</a:t>
            </a:r>
          </a:p>
          <a:p>
            <a:endParaRPr lang="en-IN" dirty="0"/>
          </a:p>
        </p:txBody>
      </p:sp>
      <p:pic>
        <p:nvPicPr>
          <p:cNvPr id="4" name="Picture 3" descr="Koneru Lakshmaiah Education Foundation, Bachupally Campus Courses ...">
            <a:extLst>
              <a:ext uri="{FF2B5EF4-FFF2-40B4-BE49-F238E27FC236}">
                <a16:creationId xmlns:a16="http://schemas.microsoft.com/office/drawing/2014/main" id="{E74478A5-7C74-EE57-3CEC-CBB94B0954D2}"/>
              </a:ext>
            </a:extLst>
          </p:cNvPr>
          <p:cNvPicPr>
            <a:picLocks noChangeAspect="1"/>
          </p:cNvPicPr>
          <p:nvPr/>
        </p:nvPicPr>
        <p:blipFill>
          <a:blip r:embed="rId2"/>
          <a:stretch>
            <a:fillRect/>
          </a:stretch>
        </p:blipFill>
        <p:spPr>
          <a:xfrm>
            <a:off x="10336645" y="183284"/>
            <a:ext cx="1397000" cy="1365250"/>
          </a:xfrm>
          <a:prstGeom prst="rect">
            <a:avLst/>
          </a:prstGeom>
        </p:spPr>
      </p:pic>
    </p:spTree>
    <p:extLst>
      <p:ext uri="{BB962C8B-B14F-4D97-AF65-F5344CB8AC3E}">
        <p14:creationId xmlns:p14="http://schemas.microsoft.com/office/powerpoint/2010/main" val="4095700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49AED2-51AC-A267-619C-2136C061A2F7}"/>
              </a:ext>
            </a:extLst>
          </p:cNvPr>
          <p:cNvSpPr>
            <a:spLocks noGrp="1"/>
          </p:cNvSpPr>
          <p:nvPr>
            <p:ph type="title"/>
          </p:nvPr>
        </p:nvSpPr>
        <p:spPr>
          <a:xfrm>
            <a:off x="612648" y="603504"/>
            <a:ext cx="5862396" cy="1527048"/>
          </a:xfrm>
        </p:spPr>
        <p:txBody>
          <a:bodyPr anchor="b">
            <a:normAutofit/>
          </a:bodyPr>
          <a:lstStyle/>
          <a:p>
            <a:r>
              <a:rPr lang="en-IN" dirty="0"/>
              <a:t>How it works</a:t>
            </a:r>
          </a:p>
        </p:txBody>
      </p:sp>
      <p:sp>
        <p:nvSpPr>
          <p:cNvPr id="3" name="Content Placeholder 2">
            <a:extLst>
              <a:ext uri="{FF2B5EF4-FFF2-40B4-BE49-F238E27FC236}">
                <a16:creationId xmlns:a16="http://schemas.microsoft.com/office/drawing/2014/main" id="{48F63F3F-C1F8-6005-33DD-0B7DD8561F25}"/>
              </a:ext>
            </a:extLst>
          </p:cNvPr>
          <p:cNvSpPr>
            <a:spLocks noGrp="1"/>
          </p:cNvSpPr>
          <p:nvPr>
            <p:ph idx="1"/>
          </p:nvPr>
        </p:nvSpPr>
        <p:spPr>
          <a:xfrm>
            <a:off x="612648" y="2212848"/>
            <a:ext cx="5862396" cy="4096512"/>
          </a:xfrm>
        </p:spPr>
        <p:txBody>
          <a:bodyPr>
            <a:normAutofit/>
          </a:bodyPr>
          <a:lstStyle/>
          <a:p>
            <a:pPr>
              <a:lnSpc>
                <a:spcPct val="110000"/>
              </a:lnSpc>
            </a:pPr>
            <a:r>
              <a:rPr lang="en-IN" sz="1800" dirty="0"/>
              <a:t>First, the student creates a profile and enters their skills, interests, and learning details. Then, the system stores this information in the database. The AI </a:t>
            </a:r>
            <a:r>
              <a:rPr lang="en-IN" sz="1800" dirty="0" err="1"/>
              <a:t>analyzes</a:t>
            </a:r>
            <a:r>
              <a:rPr lang="en-IN" sz="1800" dirty="0"/>
              <a:t> the student’s profile and performance to understand what they already know and what they need to learn. Based on this analysis, the system recommends suitable courses. The student completes the courses and quizzes, and the system checks their performance. If the student improves or has a knowledge gap, the AI updates the recommendations. </a:t>
            </a:r>
            <a:r>
              <a:rPr lang="en-IN" sz="1800"/>
              <a:t>So, the system continuously learns from the student’s progress and provides personalized courses.</a:t>
            </a:r>
          </a:p>
        </p:txBody>
      </p:sp>
      <p:pic>
        <p:nvPicPr>
          <p:cNvPr id="7" name="Graphic 6" descr="User">
            <a:extLst>
              <a:ext uri="{FF2B5EF4-FFF2-40B4-BE49-F238E27FC236}">
                <a16:creationId xmlns:a16="http://schemas.microsoft.com/office/drawing/2014/main" id="{CE482D54-B1CA-FECD-32FD-A14CF2CA56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p:blipFill>
        <p:spPr>
          <a:xfrm>
            <a:off x="7091395" y="1102440"/>
            <a:ext cx="4681506" cy="4681506"/>
          </a:xfrm>
          <a:prstGeom prst="rect">
            <a:avLst/>
          </a:prstGeom>
        </p:spPr>
      </p:pic>
    </p:spTree>
    <p:extLst>
      <p:ext uri="{BB962C8B-B14F-4D97-AF65-F5344CB8AC3E}">
        <p14:creationId xmlns:p14="http://schemas.microsoft.com/office/powerpoint/2010/main" val="40536563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E33824-45E4-9CCB-0F80-A1A0C1FA235C}"/>
              </a:ext>
            </a:extLst>
          </p:cNvPr>
          <p:cNvSpPr>
            <a:spLocks noGrp="1"/>
          </p:cNvSpPr>
          <p:nvPr>
            <p:ph type="title"/>
          </p:nvPr>
        </p:nvSpPr>
        <p:spPr>
          <a:xfrm>
            <a:off x="612649" y="548638"/>
            <a:ext cx="3493008" cy="5788152"/>
          </a:xfrm>
        </p:spPr>
        <p:txBody>
          <a:bodyPr anchor="ctr">
            <a:normAutofit/>
          </a:bodyPr>
          <a:lstStyle/>
          <a:p>
            <a:r>
              <a:rPr lang="en-IN" sz="4000"/>
              <a:t>Objectives</a:t>
            </a:r>
          </a:p>
        </p:txBody>
      </p:sp>
      <p:graphicFrame>
        <p:nvGraphicFramePr>
          <p:cNvPr id="5" name="Content Placeholder 2">
            <a:extLst>
              <a:ext uri="{FF2B5EF4-FFF2-40B4-BE49-F238E27FC236}">
                <a16:creationId xmlns:a16="http://schemas.microsoft.com/office/drawing/2014/main" id="{3E770EE1-9C6B-A442-6E7B-4A035AAC69FD}"/>
              </a:ext>
            </a:extLst>
          </p:cNvPr>
          <p:cNvGraphicFramePr>
            <a:graphicFrameLocks noGrp="1"/>
          </p:cNvGraphicFramePr>
          <p:nvPr>
            <p:ph idx="1"/>
            <p:extLst>
              <p:ext uri="{D42A27DB-BD31-4B8C-83A1-F6EECF244321}">
                <p14:modId xmlns:p14="http://schemas.microsoft.com/office/powerpoint/2010/main" val="482286171"/>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Koneru Lakshmaiah Education Foundation, Bachupally Campus Courses ...">
            <a:extLst>
              <a:ext uri="{FF2B5EF4-FFF2-40B4-BE49-F238E27FC236}">
                <a16:creationId xmlns:a16="http://schemas.microsoft.com/office/drawing/2014/main" id="{1BB905AE-3E13-8413-0818-AF795A7055D3}"/>
              </a:ext>
            </a:extLst>
          </p:cNvPr>
          <p:cNvPicPr>
            <a:picLocks noChangeAspect="1"/>
          </p:cNvPicPr>
          <p:nvPr/>
        </p:nvPicPr>
        <p:blipFill>
          <a:blip r:embed="rId7"/>
          <a:stretch>
            <a:fillRect/>
          </a:stretch>
        </p:blipFill>
        <p:spPr>
          <a:xfrm>
            <a:off x="10795000" y="93230"/>
            <a:ext cx="1397000" cy="1365250"/>
          </a:xfrm>
          <a:prstGeom prst="rect">
            <a:avLst/>
          </a:prstGeom>
        </p:spPr>
      </p:pic>
    </p:spTree>
    <p:extLst>
      <p:ext uri="{BB962C8B-B14F-4D97-AF65-F5344CB8AC3E}">
        <p14:creationId xmlns:p14="http://schemas.microsoft.com/office/powerpoint/2010/main" val="35005110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5CBCD-3F23-86F7-0D18-0D69843A9CC3}"/>
              </a:ext>
            </a:extLst>
          </p:cNvPr>
          <p:cNvSpPr>
            <a:spLocks noGrp="1"/>
          </p:cNvSpPr>
          <p:nvPr>
            <p:ph type="title"/>
          </p:nvPr>
        </p:nvSpPr>
        <p:spPr/>
        <p:txBody>
          <a:bodyPr/>
          <a:lstStyle/>
          <a:p>
            <a:r>
              <a:rPr lang="en-IN" dirty="0"/>
              <a:t>Flowchart</a:t>
            </a:r>
          </a:p>
        </p:txBody>
      </p:sp>
      <p:pic>
        <p:nvPicPr>
          <p:cNvPr id="5" name="Content Placeholder 4">
            <a:extLst>
              <a:ext uri="{FF2B5EF4-FFF2-40B4-BE49-F238E27FC236}">
                <a16:creationId xmlns:a16="http://schemas.microsoft.com/office/drawing/2014/main" id="{3B6519CA-9C70-048C-0075-54583C209882}"/>
              </a:ext>
            </a:extLst>
          </p:cNvPr>
          <p:cNvPicPr>
            <a:picLocks noGrp="1" noChangeAspect="1"/>
          </p:cNvPicPr>
          <p:nvPr>
            <p:ph idx="1"/>
          </p:nvPr>
        </p:nvPicPr>
        <p:blipFill>
          <a:blip r:embed="rId2"/>
          <a:stretch>
            <a:fillRect/>
          </a:stretch>
        </p:blipFill>
        <p:spPr>
          <a:xfrm>
            <a:off x="4968814" y="425571"/>
            <a:ext cx="6026989" cy="6153508"/>
          </a:xfrm>
          <a:prstGeom prst="rect">
            <a:avLst/>
          </a:prstGeom>
        </p:spPr>
      </p:pic>
      <p:pic>
        <p:nvPicPr>
          <p:cNvPr id="6" name="Picture 5" descr="Koneru Lakshmaiah Education Foundation, Bachupally Campus Courses ...">
            <a:extLst>
              <a:ext uri="{FF2B5EF4-FFF2-40B4-BE49-F238E27FC236}">
                <a16:creationId xmlns:a16="http://schemas.microsoft.com/office/drawing/2014/main" id="{44100284-A44D-54B6-4255-A36631228603}"/>
              </a:ext>
            </a:extLst>
          </p:cNvPr>
          <p:cNvPicPr>
            <a:picLocks noChangeAspect="1"/>
          </p:cNvPicPr>
          <p:nvPr/>
        </p:nvPicPr>
        <p:blipFill>
          <a:blip r:embed="rId3"/>
          <a:stretch>
            <a:fillRect/>
          </a:stretch>
        </p:blipFill>
        <p:spPr>
          <a:xfrm>
            <a:off x="10567726" y="79375"/>
            <a:ext cx="1397000" cy="1365250"/>
          </a:xfrm>
          <a:prstGeom prst="rect">
            <a:avLst/>
          </a:prstGeom>
        </p:spPr>
      </p:pic>
    </p:spTree>
    <p:extLst>
      <p:ext uri="{BB962C8B-B14F-4D97-AF65-F5344CB8AC3E}">
        <p14:creationId xmlns:p14="http://schemas.microsoft.com/office/powerpoint/2010/main" val="3259698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0A7190-01C3-EB5F-290B-2565AB6179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E91CAF-B937-9B45-6726-2B50039AB297}"/>
              </a:ext>
            </a:extLst>
          </p:cNvPr>
          <p:cNvSpPr>
            <a:spLocks noGrp="1"/>
          </p:cNvSpPr>
          <p:nvPr>
            <p:ph type="title"/>
          </p:nvPr>
        </p:nvSpPr>
        <p:spPr>
          <a:xfrm>
            <a:off x="6849375" y="1311217"/>
            <a:ext cx="4175184" cy="2484407"/>
          </a:xfrm>
        </p:spPr>
        <p:txBody>
          <a:bodyPr vert="horz" lIns="91440" tIns="45720" rIns="91440" bIns="45720" rtlCol="0" anchor="b">
            <a:normAutofit/>
          </a:bodyPr>
          <a:lstStyle/>
          <a:p>
            <a:r>
              <a:rPr lang="en-US" sz="4000"/>
              <a:t>Example: How the System Works</a:t>
            </a:r>
          </a:p>
        </p:txBody>
      </p:sp>
      <p:pic>
        <p:nvPicPr>
          <p:cNvPr id="5" name="Content Placeholder 4">
            <a:extLst>
              <a:ext uri="{FF2B5EF4-FFF2-40B4-BE49-F238E27FC236}">
                <a16:creationId xmlns:a16="http://schemas.microsoft.com/office/drawing/2014/main" id="{7BB293D4-10F7-DC10-EE97-2E2A3B329F0F}"/>
              </a:ext>
            </a:extLst>
          </p:cNvPr>
          <p:cNvPicPr>
            <a:picLocks noGrp="1" noChangeAspect="1"/>
          </p:cNvPicPr>
          <p:nvPr>
            <p:ph idx="1"/>
          </p:nvPr>
        </p:nvPicPr>
        <p:blipFill>
          <a:blip r:embed="rId2"/>
          <a:stretch>
            <a:fillRect/>
          </a:stretch>
        </p:blipFill>
        <p:spPr>
          <a:xfrm>
            <a:off x="1288473" y="96982"/>
            <a:ext cx="5098641" cy="6691745"/>
          </a:xfrm>
          <a:prstGeom prst="rect">
            <a:avLst/>
          </a:prstGeom>
        </p:spPr>
      </p:pic>
      <p:pic>
        <p:nvPicPr>
          <p:cNvPr id="6" name="Picture 5" descr="Koneru Lakshmaiah Education Foundation, Bachupally Campus Courses ...">
            <a:extLst>
              <a:ext uri="{FF2B5EF4-FFF2-40B4-BE49-F238E27FC236}">
                <a16:creationId xmlns:a16="http://schemas.microsoft.com/office/drawing/2014/main" id="{B4BA285B-9200-4D52-A10C-FFD2B09C3097}"/>
              </a:ext>
            </a:extLst>
          </p:cNvPr>
          <p:cNvPicPr>
            <a:picLocks noChangeAspect="1"/>
          </p:cNvPicPr>
          <p:nvPr/>
        </p:nvPicPr>
        <p:blipFill>
          <a:blip r:embed="rId3"/>
          <a:stretch>
            <a:fillRect/>
          </a:stretch>
        </p:blipFill>
        <p:spPr>
          <a:xfrm>
            <a:off x="10680221" y="259484"/>
            <a:ext cx="1397000" cy="1365250"/>
          </a:xfrm>
          <a:prstGeom prst="rect">
            <a:avLst/>
          </a:prstGeom>
        </p:spPr>
      </p:pic>
    </p:spTree>
    <p:extLst>
      <p:ext uri="{BB962C8B-B14F-4D97-AF65-F5344CB8AC3E}">
        <p14:creationId xmlns:p14="http://schemas.microsoft.com/office/powerpoint/2010/main" val="7592875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ACB05-55DC-6242-0568-3D0C0B745A66}"/>
              </a:ext>
            </a:extLst>
          </p:cNvPr>
          <p:cNvSpPr>
            <a:spLocks noGrp="1"/>
          </p:cNvSpPr>
          <p:nvPr>
            <p:ph type="title"/>
          </p:nvPr>
        </p:nvSpPr>
        <p:spPr/>
        <p:txBody>
          <a:bodyPr/>
          <a:lstStyle/>
          <a:p>
            <a:r>
              <a:rPr lang="en-IN" dirty="0"/>
              <a:t>Technologies Used</a:t>
            </a:r>
          </a:p>
        </p:txBody>
      </p:sp>
      <p:graphicFrame>
        <p:nvGraphicFramePr>
          <p:cNvPr id="5" name="Content Placeholder 2">
            <a:extLst>
              <a:ext uri="{FF2B5EF4-FFF2-40B4-BE49-F238E27FC236}">
                <a16:creationId xmlns:a16="http://schemas.microsoft.com/office/drawing/2014/main" id="{F50C8FBA-7795-5AC0-E5F2-91752EECAA9F}"/>
              </a:ext>
            </a:extLst>
          </p:cNvPr>
          <p:cNvGraphicFramePr>
            <a:graphicFrameLocks noGrp="1"/>
          </p:cNvGraphicFramePr>
          <p:nvPr>
            <p:ph idx="1"/>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7" name="Picture 16" descr="Koneru Lakshmaiah Education Foundation, Bachupally Campus Courses ...">
            <a:extLst>
              <a:ext uri="{FF2B5EF4-FFF2-40B4-BE49-F238E27FC236}">
                <a16:creationId xmlns:a16="http://schemas.microsoft.com/office/drawing/2014/main" id="{1EE57528-9EDC-DB43-F14C-CB09B16DC806}"/>
              </a:ext>
            </a:extLst>
          </p:cNvPr>
          <p:cNvPicPr>
            <a:picLocks noChangeAspect="1"/>
          </p:cNvPicPr>
          <p:nvPr/>
        </p:nvPicPr>
        <p:blipFill>
          <a:blip r:embed="rId7"/>
          <a:stretch>
            <a:fillRect/>
          </a:stretch>
        </p:blipFill>
        <p:spPr>
          <a:xfrm>
            <a:off x="10495973" y="169430"/>
            <a:ext cx="1397000" cy="1365250"/>
          </a:xfrm>
          <a:prstGeom prst="rect">
            <a:avLst/>
          </a:prstGeom>
        </p:spPr>
      </p:pic>
    </p:spTree>
    <p:extLst>
      <p:ext uri="{BB962C8B-B14F-4D97-AF65-F5344CB8AC3E}">
        <p14:creationId xmlns:p14="http://schemas.microsoft.com/office/powerpoint/2010/main" val="16974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279E1-ED1F-E517-44F5-3B7B1DB9EA5D}"/>
              </a:ext>
            </a:extLst>
          </p:cNvPr>
          <p:cNvSpPr>
            <a:spLocks noGrp="1"/>
          </p:cNvSpPr>
          <p:nvPr>
            <p:ph type="title"/>
          </p:nvPr>
        </p:nvSpPr>
        <p:spPr/>
        <p:txBody>
          <a:bodyPr/>
          <a:lstStyle/>
          <a:p>
            <a:r>
              <a:rPr lang="en-IN"/>
              <a:t>AI &amp; Personalization</a:t>
            </a:r>
            <a:br>
              <a:rPr lang="en-IN"/>
            </a:br>
            <a:endParaRPr lang="en-IN" dirty="0"/>
          </a:p>
        </p:txBody>
      </p:sp>
      <p:sp>
        <p:nvSpPr>
          <p:cNvPr id="3" name="Content Placeholder 2">
            <a:extLst>
              <a:ext uri="{FF2B5EF4-FFF2-40B4-BE49-F238E27FC236}">
                <a16:creationId xmlns:a16="http://schemas.microsoft.com/office/drawing/2014/main" id="{1FD3D679-E1A3-AEFA-62A1-1ABB551A4A3F}"/>
              </a:ext>
            </a:extLst>
          </p:cNvPr>
          <p:cNvSpPr>
            <a:spLocks noGrp="1"/>
          </p:cNvSpPr>
          <p:nvPr>
            <p:ph idx="1"/>
          </p:nvPr>
        </p:nvSpPr>
        <p:spPr/>
        <p:txBody>
          <a:bodyPr>
            <a:normAutofit fontScale="70000" lnSpcReduction="20000"/>
          </a:bodyPr>
          <a:lstStyle/>
          <a:p>
            <a:r>
              <a:rPr lang="en-IN" b="1" dirty="0"/>
              <a:t>Input data:</a:t>
            </a:r>
            <a:endParaRPr lang="en-IN" dirty="0"/>
          </a:p>
          <a:p>
            <a:pPr lvl="0"/>
            <a:r>
              <a:rPr lang="en-IN" dirty="0"/>
              <a:t>Student interests </a:t>
            </a:r>
          </a:p>
          <a:p>
            <a:pPr lvl="0"/>
            <a:r>
              <a:rPr lang="en-IN" dirty="0"/>
              <a:t>Existing skills </a:t>
            </a:r>
          </a:p>
          <a:p>
            <a:pPr lvl="0"/>
            <a:r>
              <a:rPr lang="en-IN" dirty="0"/>
              <a:t>Course history </a:t>
            </a:r>
          </a:p>
          <a:p>
            <a:pPr lvl="0"/>
            <a:r>
              <a:rPr lang="en-IN" dirty="0"/>
              <a:t>Quiz/test performance </a:t>
            </a:r>
          </a:p>
          <a:p>
            <a:pPr lvl="0"/>
            <a:r>
              <a:rPr lang="en-IN" dirty="0"/>
              <a:t>Learning progress </a:t>
            </a:r>
          </a:p>
          <a:p>
            <a:pPr lvl="0"/>
            <a:r>
              <a:rPr lang="en-IN" dirty="0"/>
              <a:t>Preferred learning topics </a:t>
            </a:r>
          </a:p>
          <a:p>
            <a:r>
              <a:rPr lang="en-IN" b="1" dirty="0"/>
              <a:t>AI processing:</a:t>
            </a:r>
            <a:endParaRPr lang="en-IN" dirty="0"/>
          </a:p>
          <a:p>
            <a:pPr lvl="0"/>
            <a:r>
              <a:rPr lang="en-IN" dirty="0" err="1"/>
              <a:t>Analyze</a:t>
            </a:r>
            <a:r>
              <a:rPr lang="en-IN" dirty="0"/>
              <a:t> learner profile. </a:t>
            </a:r>
          </a:p>
          <a:p>
            <a:pPr lvl="0"/>
            <a:r>
              <a:rPr lang="en-IN" dirty="0"/>
              <a:t>Identify strengths and weaknesses. </a:t>
            </a:r>
          </a:p>
          <a:p>
            <a:pPr lvl="0"/>
            <a:r>
              <a:rPr lang="en-IN" dirty="0"/>
              <a:t>Detect knowledge gaps. </a:t>
            </a:r>
          </a:p>
          <a:p>
            <a:pPr lvl="0"/>
            <a:r>
              <a:rPr lang="en-IN" dirty="0"/>
              <a:t>Match learner profile with available courses. </a:t>
            </a:r>
          </a:p>
          <a:p>
            <a:pPr lvl="0"/>
            <a:r>
              <a:rPr lang="en-IN" dirty="0"/>
              <a:t>Generate personalized recommendations. </a:t>
            </a:r>
          </a:p>
          <a:p>
            <a:endParaRPr lang="en-IN" dirty="0"/>
          </a:p>
        </p:txBody>
      </p:sp>
      <p:pic>
        <p:nvPicPr>
          <p:cNvPr id="4" name="Picture 3" descr="Koneru Lakshmaiah Education Foundation, Bachupally Campus Courses ...">
            <a:extLst>
              <a:ext uri="{FF2B5EF4-FFF2-40B4-BE49-F238E27FC236}">
                <a16:creationId xmlns:a16="http://schemas.microsoft.com/office/drawing/2014/main" id="{1DEFFA54-143D-9F10-6B10-379B04EA119B}"/>
              </a:ext>
            </a:extLst>
          </p:cNvPr>
          <p:cNvPicPr>
            <a:picLocks noChangeAspect="1"/>
          </p:cNvPicPr>
          <p:nvPr/>
        </p:nvPicPr>
        <p:blipFill>
          <a:blip r:embed="rId2"/>
          <a:stretch>
            <a:fillRect/>
          </a:stretch>
        </p:blipFill>
        <p:spPr>
          <a:xfrm>
            <a:off x="10648372" y="197139"/>
            <a:ext cx="1397000" cy="1365250"/>
          </a:xfrm>
          <a:prstGeom prst="rect">
            <a:avLst/>
          </a:prstGeom>
        </p:spPr>
      </p:pic>
    </p:spTree>
    <p:extLst>
      <p:ext uri="{BB962C8B-B14F-4D97-AF65-F5344CB8AC3E}">
        <p14:creationId xmlns:p14="http://schemas.microsoft.com/office/powerpoint/2010/main" val="38113380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B118A-17CD-0B78-8CD9-879FF3BEDEC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CE3C829-24A8-243B-F7EC-A35CF9AFE778}"/>
              </a:ext>
            </a:extLst>
          </p:cNvPr>
          <p:cNvSpPr>
            <a:spLocks noGrp="1"/>
          </p:cNvSpPr>
          <p:nvPr>
            <p:ph idx="1"/>
          </p:nvPr>
        </p:nvSpPr>
        <p:spPr/>
        <p:txBody>
          <a:bodyPr/>
          <a:lstStyle/>
          <a:p>
            <a:r>
              <a:rPr lang="en-IN" b="1" dirty="0"/>
              <a:t>Output:</a:t>
            </a:r>
            <a:endParaRPr lang="en-IN" dirty="0"/>
          </a:p>
          <a:p>
            <a:pPr lvl="0"/>
            <a:r>
              <a:rPr lang="en-IN" dirty="0"/>
              <a:t>Recommended courses </a:t>
            </a:r>
          </a:p>
          <a:p>
            <a:pPr lvl="0"/>
            <a:r>
              <a:rPr lang="en-IN" dirty="0"/>
              <a:t>Personalized learning path </a:t>
            </a:r>
          </a:p>
          <a:p>
            <a:pPr lvl="0"/>
            <a:r>
              <a:rPr lang="en-IN" dirty="0"/>
              <a:t>Skill improvement suggestions </a:t>
            </a:r>
          </a:p>
          <a:p>
            <a:pPr lvl="0"/>
            <a:r>
              <a:rPr lang="en-IN" dirty="0"/>
              <a:t>Adaptive recommendations</a:t>
            </a:r>
          </a:p>
          <a:p>
            <a:pPr marL="0" indent="0">
              <a:buNone/>
            </a:pPr>
            <a:endParaRPr lang="en-IN" dirty="0"/>
          </a:p>
        </p:txBody>
      </p:sp>
      <p:pic>
        <p:nvPicPr>
          <p:cNvPr id="4" name="Picture 3" descr="Koneru Lakshmaiah Education Foundation, Bachupally Campus Courses ...">
            <a:extLst>
              <a:ext uri="{FF2B5EF4-FFF2-40B4-BE49-F238E27FC236}">
                <a16:creationId xmlns:a16="http://schemas.microsoft.com/office/drawing/2014/main" id="{7E7F05AB-9488-526B-D46D-B8E92D097BA1}"/>
              </a:ext>
            </a:extLst>
          </p:cNvPr>
          <p:cNvPicPr>
            <a:picLocks noChangeAspect="1"/>
          </p:cNvPicPr>
          <p:nvPr/>
        </p:nvPicPr>
        <p:blipFill>
          <a:blip r:embed="rId2"/>
          <a:stretch>
            <a:fillRect/>
          </a:stretch>
        </p:blipFill>
        <p:spPr>
          <a:xfrm>
            <a:off x="10648373" y="120938"/>
            <a:ext cx="1397000" cy="1365250"/>
          </a:xfrm>
          <a:prstGeom prst="rect">
            <a:avLst/>
          </a:prstGeom>
        </p:spPr>
      </p:pic>
    </p:spTree>
    <p:extLst>
      <p:ext uri="{BB962C8B-B14F-4D97-AF65-F5344CB8AC3E}">
        <p14:creationId xmlns:p14="http://schemas.microsoft.com/office/powerpoint/2010/main" val="10570004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00DC1B0-7E1A-BD02-3F93-19E6B1B7507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F308F7-5074-81F8-C1C2-11B6775B37BA}"/>
              </a:ext>
            </a:extLst>
          </p:cNvPr>
          <p:cNvSpPr>
            <a:spLocks noGrp="1"/>
          </p:cNvSpPr>
          <p:nvPr>
            <p:ph type="title"/>
          </p:nvPr>
        </p:nvSpPr>
        <p:spPr>
          <a:xfrm>
            <a:off x="612649" y="548638"/>
            <a:ext cx="3493008" cy="5788152"/>
          </a:xfrm>
        </p:spPr>
        <p:txBody>
          <a:bodyPr anchor="ctr">
            <a:normAutofit/>
          </a:bodyPr>
          <a:lstStyle/>
          <a:p>
            <a:r>
              <a:rPr lang="en-IN" sz="4000"/>
              <a:t>DevOps, Testing &amp; Monitoring</a:t>
            </a:r>
          </a:p>
        </p:txBody>
      </p:sp>
      <p:graphicFrame>
        <p:nvGraphicFramePr>
          <p:cNvPr id="12" name="Content Placeholder 2">
            <a:extLst>
              <a:ext uri="{FF2B5EF4-FFF2-40B4-BE49-F238E27FC236}">
                <a16:creationId xmlns:a16="http://schemas.microsoft.com/office/drawing/2014/main" id="{FB5C2D36-46B3-F698-7BAA-3B4D029A4D6E}"/>
              </a:ext>
            </a:extLst>
          </p:cNvPr>
          <p:cNvGraphicFramePr>
            <a:graphicFrameLocks noGrp="1"/>
          </p:cNvGraphicFramePr>
          <p:nvPr>
            <p:ph idx="1"/>
            <p:extLst>
              <p:ext uri="{D42A27DB-BD31-4B8C-83A1-F6EECF244321}">
                <p14:modId xmlns:p14="http://schemas.microsoft.com/office/powerpoint/2010/main" val="3811258753"/>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Koneru Lakshmaiah Education Foundation, Bachupally Campus Courses ...">
            <a:extLst>
              <a:ext uri="{FF2B5EF4-FFF2-40B4-BE49-F238E27FC236}">
                <a16:creationId xmlns:a16="http://schemas.microsoft.com/office/drawing/2014/main" id="{52F94797-12E9-4D77-A8ED-DE8EE4E65321}"/>
              </a:ext>
            </a:extLst>
          </p:cNvPr>
          <p:cNvPicPr>
            <a:picLocks noChangeAspect="1"/>
          </p:cNvPicPr>
          <p:nvPr/>
        </p:nvPicPr>
        <p:blipFill>
          <a:blip r:embed="rId7"/>
          <a:stretch>
            <a:fillRect/>
          </a:stretch>
        </p:blipFill>
        <p:spPr>
          <a:xfrm>
            <a:off x="10656348" y="25918"/>
            <a:ext cx="1397000" cy="1365250"/>
          </a:xfrm>
          <a:prstGeom prst="rect">
            <a:avLst/>
          </a:prstGeom>
        </p:spPr>
      </p:pic>
    </p:spTree>
    <p:extLst>
      <p:ext uri="{BB962C8B-B14F-4D97-AF65-F5344CB8AC3E}">
        <p14:creationId xmlns:p14="http://schemas.microsoft.com/office/powerpoint/2010/main" val="19742303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511223-F73D-772B-6D44-F64267F3BC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008A3A5-CFEE-6C46-1790-319CDA5C68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D3D3A5-164C-C930-DB2D-051B7A700E12}"/>
              </a:ext>
            </a:extLst>
          </p:cNvPr>
          <p:cNvSpPr>
            <a:spLocks noGrp="1"/>
          </p:cNvSpPr>
          <p:nvPr>
            <p:ph type="title"/>
          </p:nvPr>
        </p:nvSpPr>
        <p:spPr>
          <a:xfrm>
            <a:off x="609602" y="1396999"/>
            <a:ext cx="2786388" cy="2032001"/>
          </a:xfrm>
        </p:spPr>
        <p:txBody>
          <a:bodyPr anchor="t">
            <a:normAutofit/>
          </a:bodyPr>
          <a:lstStyle/>
          <a:p>
            <a:r>
              <a:rPr lang="en-IN" sz="2800"/>
              <a:t>Conclusion</a:t>
            </a:r>
          </a:p>
        </p:txBody>
      </p:sp>
      <p:sp>
        <p:nvSpPr>
          <p:cNvPr id="3" name="Content Placeholder 2">
            <a:extLst>
              <a:ext uri="{FF2B5EF4-FFF2-40B4-BE49-F238E27FC236}">
                <a16:creationId xmlns:a16="http://schemas.microsoft.com/office/drawing/2014/main" id="{8908905C-5A56-C209-D21F-2FF0FB9FFF52}"/>
              </a:ext>
            </a:extLst>
          </p:cNvPr>
          <p:cNvSpPr>
            <a:spLocks noGrp="1"/>
          </p:cNvSpPr>
          <p:nvPr>
            <p:ph idx="1"/>
          </p:nvPr>
        </p:nvSpPr>
        <p:spPr>
          <a:xfrm>
            <a:off x="3980408" y="1483360"/>
            <a:ext cx="7013171" cy="4430096"/>
          </a:xfrm>
        </p:spPr>
        <p:txBody>
          <a:bodyPr>
            <a:normAutofit/>
          </a:bodyPr>
          <a:lstStyle/>
          <a:p>
            <a:r>
              <a:rPr lang="en-IN" sz="2400"/>
              <a:t>The proposed system combines </a:t>
            </a:r>
            <a:r>
              <a:rPr lang="en-IN" sz="2400" b="1"/>
              <a:t>AI, personalized learning, and modern web technologies</a:t>
            </a:r>
            <a:r>
              <a:rPr lang="en-IN" sz="2400"/>
              <a:t> to provide each learner with a customized educational journey. By continuously analyzing learner data and adapting recommendations, the system aims to make online learning more effective and user-centric.</a:t>
            </a:r>
          </a:p>
        </p:txBody>
      </p:sp>
      <p:pic>
        <p:nvPicPr>
          <p:cNvPr id="4" name="Picture 3" descr="Koneru Lakshmaiah Education Foundation, Bachupally Campus Courses ...">
            <a:extLst>
              <a:ext uri="{FF2B5EF4-FFF2-40B4-BE49-F238E27FC236}">
                <a16:creationId xmlns:a16="http://schemas.microsoft.com/office/drawing/2014/main" id="{08ACFA78-F82E-5BD6-E05B-EE8D66628BF1}"/>
              </a:ext>
            </a:extLst>
          </p:cNvPr>
          <p:cNvPicPr>
            <a:picLocks noChangeAspect="1"/>
          </p:cNvPicPr>
          <p:nvPr/>
        </p:nvPicPr>
        <p:blipFill>
          <a:blip r:embed="rId2"/>
          <a:stretch>
            <a:fillRect/>
          </a:stretch>
        </p:blipFill>
        <p:spPr>
          <a:xfrm>
            <a:off x="10689937" y="31749"/>
            <a:ext cx="1397000" cy="1365250"/>
          </a:xfrm>
          <a:prstGeom prst="rect">
            <a:avLst/>
          </a:prstGeom>
        </p:spPr>
      </p:pic>
    </p:spTree>
    <p:extLst>
      <p:ext uri="{BB962C8B-B14F-4D97-AF65-F5344CB8AC3E}">
        <p14:creationId xmlns:p14="http://schemas.microsoft.com/office/powerpoint/2010/main" val="16708915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DA9942F-A18C-9E9D-BF08-9291C54E1C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509497-E816-4DBE-5580-FA06CAB0A508}"/>
              </a:ext>
            </a:extLst>
          </p:cNvPr>
          <p:cNvSpPr>
            <a:spLocks noGrp="1"/>
          </p:cNvSpPr>
          <p:nvPr>
            <p:ph type="title"/>
          </p:nvPr>
        </p:nvSpPr>
        <p:spPr>
          <a:xfrm>
            <a:off x="2809809" y="353681"/>
            <a:ext cx="6572382" cy="974310"/>
          </a:xfrm>
        </p:spPr>
        <p:txBody>
          <a:bodyPr vert="horz" lIns="91440" tIns="45720" rIns="91440" bIns="45720" rtlCol="0" anchor="b">
            <a:normAutofit/>
          </a:bodyPr>
          <a:lstStyle/>
          <a:p>
            <a:pPr algn="ctr"/>
            <a:r>
              <a:rPr lang="en-US" sz="4000" dirty="0"/>
              <a:t>Thank You</a:t>
            </a:r>
          </a:p>
        </p:txBody>
      </p:sp>
      <p:pic>
        <p:nvPicPr>
          <p:cNvPr id="7" name="Graphic 6" descr="Smiling Face with No Fill">
            <a:extLst>
              <a:ext uri="{FF2B5EF4-FFF2-40B4-BE49-F238E27FC236}">
                <a16:creationId xmlns:a16="http://schemas.microsoft.com/office/drawing/2014/main" id="{FD084763-4900-D282-5B63-9E8ED11D3F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p:blipFill>
        <p:spPr>
          <a:xfrm>
            <a:off x="3702169" y="1470916"/>
            <a:ext cx="4330461" cy="4330461"/>
          </a:xfrm>
          <a:prstGeom prst="rect">
            <a:avLst/>
          </a:prstGeom>
        </p:spPr>
      </p:pic>
      <p:pic>
        <p:nvPicPr>
          <p:cNvPr id="4" name="Picture 3" descr="Koneru Lakshmaiah Education Foundation, Bachupally Campus Courses ...">
            <a:extLst>
              <a:ext uri="{FF2B5EF4-FFF2-40B4-BE49-F238E27FC236}">
                <a16:creationId xmlns:a16="http://schemas.microsoft.com/office/drawing/2014/main" id="{482D062D-6074-21B1-98EE-5943E352756E}"/>
              </a:ext>
            </a:extLst>
          </p:cNvPr>
          <p:cNvPicPr>
            <a:picLocks noChangeAspect="1"/>
          </p:cNvPicPr>
          <p:nvPr/>
        </p:nvPicPr>
        <p:blipFill>
          <a:blip r:embed="rId3"/>
          <a:stretch>
            <a:fillRect/>
          </a:stretch>
        </p:blipFill>
        <p:spPr>
          <a:xfrm>
            <a:off x="10586028" y="0"/>
            <a:ext cx="1397000" cy="1365250"/>
          </a:xfrm>
          <a:prstGeom prst="rect">
            <a:avLst/>
          </a:prstGeom>
        </p:spPr>
      </p:pic>
    </p:spTree>
    <p:extLst>
      <p:ext uri="{BB962C8B-B14F-4D97-AF65-F5344CB8AC3E}">
        <p14:creationId xmlns:p14="http://schemas.microsoft.com/office/powerpoint/2010/main" val="4085463601"/>
      </p:ext>
    </p:extLst>
  </p:cSld>
  <p:clrMapOvr>
    <a:masterClrMapping/>
  </p:clrMapOvr>
  <p:timing>
    <p:tnLst>
      <p:par>
        <p:cTn id="1" dur="indefinite" restart="never" nodeType="tmRoot"/>
      </p:par>
    </p:tnLst>
  </p:timing>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100</TotalTime>
  <Words>514</Words>
  <Application>Microsoft Office PowerPoint</Application>
  <PresentationFormat>Widescreen</PresentationFormat>
  <Paragraphs>83</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Neue Haas Grotesk Text Pro</vt:lpstr>
      <vt:lpstr>VanillaVTI</vt:lpstr>
      <vt:lpstr>AI-Powered Adaptive Learning and Personalized Course Recommendation System</vt:lpstr>
      <vt:lpstr>Team Members</vt:lpstr>
      <vt:lpstr>Introduction</vt:lpstr>
      <vt:lpstr>Problem Statement</vt:lpstr>
      <vt:lpstr>How it works</vt:lpstr>
      <vt:lpstr>Objectives</vt:lpstr>
      <vt:lpstr>Flowchart</vt:lpstr>
      <vt:lpstr>Example: How the System Works</vt:lpstr>
      <vt:lpstr>Technologies Used</vt:lpstr>
      <vt:lpstr>AI &amp; Personalization </vt:lpstr>
      <vt:lpstr>PowerPoint Presentation</vt:lpstr>
      <vt:lpstr>DevOps, Testing &amp; Monitoring</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Adaptive Learning and Personalized Course Recommendation System</dc:title>
  <dc:creator>Yamini Chowdari</dc:creator>
  <cp:lastModifiedBy>Sirisha Gunturu</cp:lastModifiedBy>
  <cp:revision>1</cp:revision>
  <dcterms:created xsi:type="dcterms:W3CDTF">2026-08-20T04:36:41Z</dcterms:created>
  <dcterms:modified xsi:type="dcterms:W3CDTF">2026-09-24T05:45:16Z</dcterms:modified>
</cp:coreProperties>
</file>